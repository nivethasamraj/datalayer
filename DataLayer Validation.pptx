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65" r:id="rId3"/>
    <p:sldId id="266" r:id="rId4"/>
    <p:sldId id="267" r:id="rId5"/>
    <p:sldId id="268" r:id="rId6"/>
    <p:sldId id="269" r:id="rId7"/>
    <p:sldId id="27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0162D0-E21F-09ED-EC82-891E7C4565A9}" v="327" dt="2026-06-30T14:54:14.591"/>
    <p1510:client id="{0E82A2CB-F5C3-6511-AD4C-C9D203419B92}" v="100" dt="2026-06-29T14:01:41.5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nesh Damodharan" userId="S::dinesh.damodharan@aspiresys.com::d67084bd-8219-4b8b-8fe8-6ba532282e29" providerId="AD" clId="Web-{030162D0-E21F-09ED-EC82-891E7C4565A9}"/>
    <pc:docChg chg="addSld delSld modSld">
      <pc:chgData name="Dinesh Damodharan" userId="S::dinesh.damodharan@aspiresys.com::d67084bd-8219-4b8b-8fe8-6ba532282e29" providerId="AD" clId="Web-{030162D0-E21F-09ED-EC82-891E7C4565A9}" dt="2026-06-30T14:54:05.481" v="288" actId="20577"/>
      <pc:docMkLst>
        <pc:docMk/>
      </pc:docMkLst>
      <pc:sldChg chg="del">
        <pc:chgData name="Dinesh Damodharan" userId="S::dinesh.damodharan@aspiresys.com::d67084bd-8219-4b8b-8fe8-6ba532282e29" providerId="AD" clId="Web-{030162D0-E21F-09ED-EC82-891E7C4565A9}" dt="2026-06-30T11:19:11.481" v="33"/>
        <pc:sldMkLst>
          <pc:docMk/>
          <pc:sldMk cId="0" sldId="258"/>
        </pc:sldMkLst>
      </pc:sldChg>
      <pc:sldChg chg="del">
        <pc:chgData name="Dinesh Damodharan" userId="S::dinesh.damodharan@aspiresys.com::d67084bd-8219-4b8b-8fe8-6ba532282e29" providerId="AD" clId="Web-{030162D0-E21F-09ED-EC82-891E7C4565A9}" dt="2026-06-30T11:19:09.731" v="32"/>
        <pc:sldMkLst>
          <pc:docMk/>
          <pc:sldMk cId="0" sldId="259"/>
        </pc:sldMkLst>
      </pc:sldChg>
      <pc:sldChg chg="del">
        <pc:chgData name="Dinesh Damodharan" userId="S::dinesh.damodharan@aspiresys.com::d67084bd-8219-4b8b-8fe8-6ba532282e29" providerId="AD" clId="Web-{030162D0-E21F-09ED-EC82-891E7C4565A9}" dt="2026-06-30T11:19:16.435" v="35"/>
        <pc:sldMkLst>
          <pc:docMk/>
          <pc:sldMk cId="0" sldId="260"/>
        </pc:sldMkLst>
      </pc:sldChg>
      <pc:sldChg chg="del">
        <pc:chgData name="Dinesh Damodharan" userId="S::dinesh.damodharan@aspiresys.com::d67084bd-8219-4b8b-8fe8-6ba532282e29" providerId="AD" clId="Web-{030162D0-E21F-09ED-EC82-891E7C4565A9}" dt="2026-06-30T11:19:19.074" v="36"/>
        <pc:sldMkLst>
          <pc:docMk/>
          <pc:sldMk cId="0" sldId="262"/>
        </pc:sldMkLst>
      </pc:sldChg>
      <pc:sldChg chg="del">
        <pc:chgData name="Dinesh Damodharan" userId="S::dinesh.damodharan@aspiresys.com::d67084bd-8219-4b8b-8fe8-6ba532282e29" providerId="AD" clId="Web-{030162D0-E21F-09ED-EC82-891E7C4565A9}" dt="2026-06-30T11:19:14.512" v="34"/>
        <pc:sldMkLst>
          <pc:docMk/>
          <pc:sldMk cId="383212459" sldId="264"/>
        </pc:sldMkLst>
      </pc:sldChg>
      <pc:sldChg chg="modSp">
        <pc:chgData name="Dinesh Damodharan" userId="S::dinesh.damodharan@aspiresys.com::d67084bd-8219-4b8b-8fe8-6ba532282e29" providerId="AD" clId="Web-{030162D0-E21F-09ED-EC82-891E7C4565A9}" dt="2026-06-30T14:54:05.481" v="288" actId="20577"/>
        <pc:sldMkLst>
          <pc:docMk/>
          <pc:sldMk cId="3242025439" sldId="265"/>
        </pc:sldMkLst>
        <pc:spChg chg="mod">
          <ac:chgData name="Dinesh Damodharan" userId="S::dinesh.damodharan@aspiresys.com::d67084bd-8219-4b8b-8fe8-6ba532282e29" providerId="AD" clId="Web-{030162D0-E21F-09ED-EC82-891E7C4565A9}" dt="2026-06-30T14:54:05.481" v="288" actId="20577"/>
          <ac:spMkLst>
            <pc:docMk/>
            <pc:sldMk cId="3242025439" sldId="265"/>
            <ac:spMk id="4" creationId="{DB35BAFB-C905-4C68-13A9-C8EDB634175E}"/>
          </ac:spMkLst>
        </pc:spChg>
      </pc:sldChg>
      <pc:sldChg chg="addSp modSp">
        <pc:chgData name="Dinesh Damodharan" userId="S::dinesh.damodharan@aspiresys.com::d67084bd-8219-4b8b-8fe8-6ba532282e29" providerId="AD" clId="Web-{030162D0-E21F-09ED-EC82-891E7C4565A9}" dt="2026-06-30T13:18:06.471" v="274"/>
        <pc:sldMkLst>
          <pc:docMk/>
          <pc:sldMk cId="2974951662" sldId="267"/>
        </pc:sldMkLst>
        <pc:spChg chg="mod">
          <ac:chgData name="Dinesh Damodharan" userId="S::dinesh.damodharan@aspiresys.com::d67084bd-8219-4b8b-8fe8-6ba532282e29" providerId="AD" clId="Web-{030162D0-E21F-09ED-EC82-891E7C4565A9}" dt="2026-06-30T11:17:11.102" v="2" actId="20577"/>
          <ac:spMkLst>
            <pc:docMk/>
            <pc:sldMk cId="2974951662" sldId="267"/>
            <ac:spMk id="2" creationId="{A9A28E81-B4C6-26E4-E32E-DE9A48B8ECFE}"/>
          </ac:spMkLst>
        </pc:spChg>
        <pc:graphicFrameChg chg="add mod modGraphic">
          <ac:chgData name="Dinesh Damodharan" userId="S::dinesh.damodharan@aspiresys.com::d67084bd-8219-4b8b-8fe8-6ba532282e29" providerId="AD" clId="Web-{030162D0-E21F-09ED-EC82-891E7C4565A9}" dt="2026-06-30T13:18:06.471" v="274"/>
          <ac:graphicFrameMkLst>
            <pc:docMk/>
            <pc:sldMk cId="2974951662" sldId="267"/>
            <ac:graphicFrameMk id="4" creationId="{50AB0C64-1EB0-8E73-932A-968BBABBF6FB}"/>
          </ac:graphicFrameMkLst>
        </pc:graphicFrameChg>
      </pc:sldChg>
      <pc:sldChg chg="addSp delSp modSp new">
        <pc:chgData name="Dinesh Damodharan" userId="S::dinesh.damodharan@aspiresys.com::d67084bd-8219-4b8b-8fe8-6ba532282e29" providerId="AD" clId="Web-{030162D0-E21F-09ED-EC82-891E7C4565A9}" dt="2026-06-30T11:18:57.574" v="30" actId="1076"/>
        <pc:sldMkLst>
          <pc:docMk/>
          <pc:sldMk cId="555027492" sldId="268"/>
        </pc:sldMkLst>
        <pc:spChg chg="mod">
          <ac:chgData name="Dinesh Damodharan" userId="S::dinesh.damodharan@aspiresys.com::d67084bd-8219-4b8b-8fe8-6ba532282e29" providerId="AD" clId="Web-{030162D0-E21F-09ED-EC82-891E7C4565A9}" dt="2026-06-30T11:18:53.621" v="28" actId="1076"/>
          <ac:spMkLst>
            <pc:docMk/>
            <pc:sldMk cId="555027492" sldId="268"/>
            <ac:spMk id="2" creationId="{3230F50C-67C0-8F8F-1A02-80509D165BEE}"/>
          </ac:spMkLst>
        </pc:spChg>
        <pc:spChg chg="add mod">
          <ac:chgData name="Dinesh Damodharan" userId="S::dinesh.damodharan@aspiresys.com::d67084bd-8219-4b8b-8fe8-6ba532282e29" providerId="AD" clId="Web-{030162D0-E21F-09ED-EC82-891E7C4565A9}" dt="2026-06-30T11:18:57.558" v="29" actId="1076"/>
          <ac:spMkLst>
            <pc:docMk/>
            <pc:sldMk cId="555027492" sldId="268"/>
            <ac:spMk id="3" creationId="{E79EBA43-3358-0537-21A9-F6903A705348}"/>
          </ac:spMkLst>
        </pc:spChg>
        <pc:spChg chg="add mod">
          <ac:chgData name="Dinesh Damodharan" userId="S::dinesh.damodharan@aspiresys.com::d67084bd-8219-4b8b-8fe8-6ba532282e29" providerId="AD" clId="Web-{030162D0-E21F-09ED-EC82-891E7C4565A9}" dt="2026-06-30T11:18:57.574" v="30" actId="1076"/>
          <ac:spMkLst>
            <pc:docMk/>
            <pc:sldMk cId="555027492" sldId="268"/>
            <ac:spMk id="4" creationId="{8CAB5350-023B-50D1-DD26-A9A665065585}"/>
          </ac:spMkLst>
        </pc:spChg>
        <pc:spChg chg="add del mod">
          <ac:chgData name="Dinesh Damodharan" userId="S::dinesh.damodharan@aspiresys.com::d67084bd-8219-4b8b-8fe8-6ba532282e29" providerId="AD" clId="Web-{030162D0-E21F-09ED-EC82-891E7C4565A9}" dt="2026-06-30T11:18:43.933" v="22"/>
          <ac:spMkLst>
            <pc:docMk/>
            <pc:sldMk cId="555027492" sldId="268"/>
            <ac:spMk id="5" creationId="{9AF4AA7F-FD66-E9EE-4D49-BFCBB9BE697C}"/>
          </ac:spMkLst>
        </pc:spChg>
        <pc:spChg chg="add del mod">
          <ac:chgData name="Dinesh Damodharan" userId="S::dinesh.damodharan@aspiresys.com::d67084bd-8219-4b8b-8fe8-6ba532282e29" providerId="AD" clId="Web-{030162D0-E21F-09ED-EC82-891E7C4565A9}" dt="2026-06-30T11:18:43.933" v="22"/>
          <ac:spMkLst>
            <pc:docMk/>
            <pc:sldMk cId="555027492" sldId="268"/>
            <ac:spMk id="6" creationId="{8BC8B40D-9600-25EC-1428-BAF4D970B3C5}"/>
          </ac:spMkLst>
        </pc:spChg>
      </pc:sldChg>
      <pc:sldChg chg="addSp delSp modSp new">
        <pc:chgData name="Dinesh Damodharan" userId="S::dinesh.damodharan@aspiresys.com::d67084bd-8219-4b8b-8fe8-6ba532282e29" providerId="AD" clId="Web-{030162D0-E21F-09ED-EC82-891E7C4565A9}" dt="2026-06-30T11:19:51.951" v="48" actId="20577"/>
        <pc:sldMkLst>
          <pc:docMk/>
          <pc:sldMk cId="606463010" sldId="269"/>
        </pc:sldMkLst>
        <pc:spChg chg="mod">
          <ac:chgData name="Dinesh Damodharan" userId="S::dinesh.damodharan@aspiresys.com::d67084bd-8219-4b8b-8fe8-6ba532282e29" providerId="AD" clId="Web-{030162D0-E21F-09ED-EC82-891E7C4565A9}" dt="2026-06-30T11:19:51.951" v="48" actId="20577"/>
          <ac:spMkLst>
            <pc:docMk/>
            <pc:sldMk cId="606463010" sldId="269"/>
            <ac:spMk id="2" creationId="{DAF318E6-19B9-BFFF-6E02-5F6CCE7C5DD4}"/>
          </ac:spMkLst>
        </pc:spChg>
        <pc:spChg chg="add">
          <ac:chgData name="Dinesh Damodharan" userId="S::dinesh.damodharan@aspiresys.com::d67084bd-8219-4b8b-8fe8-6ba532282e29" providerId="AD" clId="Web-{030162D0-E21F-09ED-EC82-891E7C4565A9}" dt="2026-06-30T11:19:30.324" v="37"/>
          <ac:spMkLst>
            <pc:docMk/>
            <pc:sldMk cId="606463010" sldId="269"/>
            <ac:spMk id="3" creationId="{C947099E-E43E-30AC-B44E-2AC8B764357A}"/>
          </ac:spMkLst>
        </pc:spChg>
        <pc:spChg chg="add del mod">
          <ac:chgData name="Dinesh Damodharan" userId="S::dinesh.damodharan@aspiresys.com::d67084bd-8219-4b8b-8fe8-6ba532282e29" providerId="AD" clId="Web-{030162D0-E21F-09ED-EC82-891E7C4565A9}" dt="2026-06-30T11:19:40.779" v="40"/>
          <ac:spMkLst>
            <pc:docMk/>
            <pc:sldMk cId="606463010" sldId="269"/>
            <ac:spMk id="4" creationId="{0F387C88-88E7-F07B-C07D-9AEE0107B35B}"/>
          </ac:spMkLst>
        </pc:spChg>
        <pc:spChg chg="add">
          <ac:chgData name="Dinesh Damodharan" userId="S::dinesh.damodharan@aspiresys.com::d67084bd-8219-4b8b-8fe8-6ba532282e29" providerId="AD" clId="Web-{030162D0-E21F-09ED-EC82-891E7C4565A9}" dt="2026-06-30T11:19:30.324" v="37"/>
          <ac:spMkLst>
            <pc:docMk/>
            <pc:sldMk cId="606463010" sldId="269"/>
            <ac:spMk id="5" creationId="{7550AF32-53A2-0421-BA88-B804358D383F}"/>
          </ac:spMkLst>
        </pc:spChg>
        <pc:spChg chg="add">
          <ac:chgData name="Dinesh Damodharan" userId="S::dinesh.damodharan@aspiresys.com::d67084bd-8219-4b8b-8fe8-6ba532282e29" providerId="AD" clId="Web-{030162D0-E21F-09ED-EC82-891E7C4565A9}" dt="2026-06-30T11:19:30.324" v="37"/>
          <ac:spMkLst>
            <pc:docMk/>
            <pc:sldMk cId="606463010" sldId="269"/>
            <ac:spMk id="6" creationId="{3668A1BF-9857-3A49-CBC6-A97DF4AC65A1}"/>
          </ac:spMkLst>
        </pc:spChg>
        <pc:spChg chg="add">
          <ac:chgData name="Dinesh Damodharan" userId="S::dinesh.damodharan@aspiresys.com::d67084bd-8219-4b8b-8fe8-6ba532282e29" providerId="AD" clId="Web-{030162D0-E21F-09ED-EC82-891E7C4565A9}" dt="2026-06-30T11:19:30.324" v="37"/>
          <ac:spMkLst>
            <pc:docMk/>
            <pc:sldMk cId="606463010" sldId="269"/>
            <ac:spMk id="7" creationId="{6B182E00-6689-859D-DDBF-BF3C78B31D5F}"/>
          </ac:spMkLst>
        </pc:spChg>
        <pc:spChg chg="add del mod">
          <ac:chgData name="Dinesh Damodharan" userId="S::dinesh.damodharan@aspiresys.com::d67084bd-8219-4b8b-8fe8-6ba532282e29" providerId="AD" clId="Web-{030162D0-E21F-09ED-EC82-891E7C4565A9}" dt="2026-06-30T11:19:44.748" v="44"/>
          <ac:spMkLst>
            <pc:docMk/>
            <pc:sldMk cId="606463010" sldId="269"/>
            <ac:spMk id="8" creationId="{056C4568-D435-0E96-8493-5470979769F5}"/>
          </ac:spMkLst>
        </pc:spChg>
      </pc:sldChg>
      <pc:sldChg chg="modSp new">
        <pc:chgData name="Dinesh Damodharan" userId="S::dinesh.damodharan@aspiresys.com::d67084bd-8219-4b8b-8fe8-6ba532282e29" providerId="AD" clId="Web-{030162D0-E21F-09ED-EC82-891E7C4565A9}" dt="2026-06-30T11:20:42.345" v="60" actId="20577"/>
        <pc:sldMkLst>
          <pc:docMk/>
          <pc:sldMk cId="1782350131" sldId="270"/>
        </pc:sldMkLst>
        <pc:spChg chg="mod">
          <ac:chgData name="Dinesh Damodharan" userId="S::dinesh.damodharan@aspiresys.com::d67084bd-8219-4b8b-8fe8-6ba532282e29" providerId="AD" clId="Web-{030162D0-E21F-09ED-EC82-891E7C4565A9}" dt="2026-06-30T11:20:42.345" v="60" actId="20577"/>
          <ac:spMkLst>
            <pc:docMk/>
            <pc:sldMk cId="1782350131" sldId="270"/>
            <ac:spMk id="2" creationId="{8A8E997A-E7A0-C829-D5DD-55CB42DDE729}"/>
          </ac:spMkLst>
        </pc:spChg>
      </pc:sldChg>
    </pc:docChg>
  </pc:docChgLst>
  <pc:docChgLst>
    <pc:chgData name="Dinesh Damodharan" userId="S::dinesh.damodharan@aspiresys.com::d67084bd-8219-4b8b-8fe8-6ba532282e29" providerId="AD" clId="Web-{0E82A2CB-F5C3-6511-AD4C-C9D203419B92}"/>
    <pc:docChg chg="addSld delSld modSld">
      <pc:chgData name="Dinesh Damodharan" userId="S::dinesh.damodharan@aspiresys.com::d67084bd-8219-4b8b-8fe8-6ba532282e29" providerId="AD" clId="Web-{0E82A2CB-F5C3-6511-AD4C-C9D203419B92}" dt="2026-06-29T14:01:41.518" v="75"/>
      <pc:docMkLst>
        <pc:docMk/>
      </pc:docMkLst>
      <pc:sldChg chg="delSp modSp">
        <pc:chgData name="Dinesh Damodharan" userId="S::dinesh.damodharan@aspiresys.com::d67084bd-8219-4b8b-8fe8-6ba532282e29" providerId="AD" clId="Web-{0E82A2CB-F5C3-6511-AD4C-C9D203419B92}" dt="2026-06-29T13:47:35" v="26" actId="20577"/>
        <pc:sldMkLst>
          <pc:docMk/>
          <pc:sldMk cId="0" sldId="256"/>
        </pc:sldMkLst>
        <pc:spChg chg="mod">
          <ac:chgData name="Dinesh Damodharan" userId="S::dinesh.damodharan@aspiresys.com::d67084bd-8219-4b8b-8fe8-6ba532282e29" providerId="AD" clId="Web-{0E82A2CB-F5C3-6511-AD4C-C9D203419B92}" dt="2026-06-29T13:45:25.576" v="11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Dinesh Damodharan" userId="S::dinesh.damodharan@aspiresys.com::d67084bd-8219-4b8b-8fe8-6ba532282e29" providerId="AD" clId="Web-{0E82A2CB-F5C3-6511-AD4C-C9D203419B92}" dt="2026-06-29T13:45:37.092" v="17" actId="20577"/>
          <ac:spMkLst>
            <pc:docMk/>
            <pc:sldMk cId="0" sldId="256"/>
            <ac:spMk id="5" creationId="{00000000-0000-0000-0000-000000000000}"/>
          </ac:spMkLst>
        </pc:spChg>
        <pc:spChg chg="del mod">
          <ac:chgData name="Dinesh Damodharan" userId="S::dinesh.damodharan@aspiresys.com::d67084bd-8219-4b8b-8fe8-6ba532282e29" providerId="AD" clId="Web-{0E82A2CB-F5C3-6511-AD4C-C9D203419B92}" dt="2026-06-29T13:47:28.828" v="25"/>
          <ac:spMkLst>
            <pc:docMk/>
            <pc:sldMk cId="0" sldId="256"/>
            <ac:spMk id="6" creationId="{00000000-0000-0000-0000-000000000000}"/>
          </ac:spMkLst>
        </pc:spChg>
        <pc:spChg chg="mod">
          <ac:chgData name="Dinesh Damodharan" userId="S::dinesh.damodharan@aspiresys.com::d67084bd-8219-4b8b-8fe8-6ba532282e29" providerId="AD" clId="Web-{0E82A2CB-F5C3-6511-AD4C-C9D203419B92}" dt="2026-06-29T13:47:35" v="26" actId="20577"/>
          <ac:spMkLst>
            <pc:docMk/>
            <pc:sldMk cId="0" sldId="256"/>
            <ac:spMk id="7" creationId="{00000000-0000-0000-0000-000000000000}"/>
          </ac:spMkLst>
        </pc:spChg>
      </pc:sldChg>
      <pc:sldChg chg="del">
        <pc:chgData name="Dinesh Damodharan" userId="S::dinesh.damodharan@aspiresys.com::d67084bd-8219-4b8b-8fe8-6ba532282e29" providerId="AD" clId="Web-{0E82A2CB-F5C3-6511-AD4C-C9D203419B92}" dt="2026-06-29T13:54:17.796" v="44"/>
        <pc:sldMkLst>
          <pc:docMk/>
          <pc:sldMk cId="0" sldId="257"/>
        </pc:sldMkLst>
      </pc:sldChg>
      <pc:sldChg chg="modSp">
        <pc:chgData name="Dinesh Damodharan" userId="S::dinesh.damodharan@aspiresys.com::d67084bd-8219-4b8b-8fe8-6ba532282e29" providerId="AD" clId="Web-{0E82A2CB-F5C3-6511-AD4C-C9D203419B92}" dt="2026-06-29T14:01:19.768" v="72" actId="1076"/>
        <pc:sldMkLst>
          <pc:docMk/>
          <pc:sldMk cId="0" sldId="259"/>
        </pc:sldMkLst>
        <pc:spChg chg="mod">
          <ac:chgData name="Dinesh Damodharan" userId="S::dinesh.damodharan@aspiresys.com::d67084bd-8219-4b8b-8fe8-6ba532282e29" providerId="AD" clId="Web-{0E82A2CB-F5C3-6511-AD4C-C9D203419B92}" dt="2026-06-29T14:01:19.768" v="72" actId="1076"/>
          <ac:spMkLst>
            <pc:docMk/>
            <pc:sldMk cId="0" sldId="259"/>
            <ac:spMk id="5" creationId="{00000000-0000-0000-0000-000000000000}"/>
          </ac:spMkLst>
        </pc:spChg>
      </pc:sldChg>
      <pc:sldChg chg="addSp delSp modSp new">
        <pc:chgData name="Dinesh Damodharan" userId="S::dinesh.damodharan@aspiresys.com::d67084bd-8219-4b8b-8fe8-6ba532282e29" providerId="AD" clId="Web-{0E82A2CB-F5C3-6511-AD4C-C9D203419B92}" dt="2026-06-29T13:53:55.733" v="42" actId="20577"/>
        <pc:sldMkLst>
          <pc:docMk/>
          <pc:sldMk cId="3242025439" sldId="265"/>
        </pc:sldMkLst>
        <pc:spChg chg="mod">
          <ac:chgData name="Dinesh Damodharan" userId="S::dinesh.damodharan@aspiresys.com::d67084bd-8219-4b8b-8fe8-6ba532282e29" providerId="AD" clId="Web-{0E82A2CB-F5C3-6511-AD4C-C9D203419B92}" dt="2026-06-29T13:52:41.184" v="28" actId="20577"/>
          <ac:spMkLst>
            <pc:docMk/>
            <pc:sldMk cId="3242025439" sldId="265"/>
            <ac:spMk id="2" creationId="{41F7AED5-7DB6-1C0F-7976-3716296D1271}"/>
          </ac:spMkLst>
        </pc:spChg>
        <pc:spChg chg="add del mod">
          <ac:chgData name="Dinesh Damodharan" userId="S::dinesh.damodharan@aspiresys.com::d67084bd-8219-4b8b-8fe8-6ba532282e29" providerId="AD" clId="Web-{0E82A2CB-F5C3-6511-AD4C-C9D203419B92}" dt="2026-06-29T13:52:49.606" v="32"/>
          <ac:spMkLst>
            <pc:docMk/>
            <pc:sldMk cId="3242025439" sldId="265"/>
            <ac:spMk id="3" creationId="{BFA5ACD9-3473-7A1F-0E00-4D6A95ADE004}"/>
          </ac:spMkLst>
        </pc:spChg>
        <pc:spChg chg="add mod">
          <ac:chgData name="Dinesh Damodharan" userId="S::dinesh.damodharan@aspiresys.com::d67084bd-8219-4b8b-8fe8-6ba532282e29" providerId="AD" clId="Web-{0E82A2CB-F5C3-6511-AD4C-C9D203419B92}" dt="2026-06-29T13:53:55.733" v="42" actId="20577"/>
          <ac:spMkLst>
            <pc:docMk/>
            <pc:sldMk cId="3242025439" sldId="265"/>
            <ac:spMk id="4" creationId="{DB35BAFB-C905-4C68-13A9-C8EDB634175E}"/>
          </ac:spMkLst>
        </pc:spChg>
      </pc:sldChg>
      <pc:sldChg chg="addSp delSp modSp new">
        <pc:chgData name="Dinesh Damodharan" userId="S::dinesh.damodharan@aspiresys.com::d67084bd-8219-4b8b-8fe8-6ba532282e29" providerId="AD" clId="Web-{0E82A2CB-F5C3-6511-AD4C-C9D203419B92}" dt="2026-06-29T14:01:29.065" v="74"/>
        <pc:sldMkLst>
          <pc:docMk/>
          <pc:sldMk cId="2164411065" sldId="266"/>
        </pc:sldMkLst>
        <pc:spChg chg="mod">
          <ac:chgData name="Dinesh Damodharan" userId="S::dinesh.damodharan@aspiresys.com::d67084bd-8219-4b8b-8fe8-6ba532282e29" providerId="AD" clId="Web-{0E82A2CB-F5C3-6511-AD4C-C9D203419B92}" dt="2026-06-29T13:54:28.593" v="45" actId="20577"/>
          <ac:spMkLst>
            <pc:docMk/>
            <pc:sldMk cId="2164411065" sldId="266"/>
            <ac:spMk id="2" creationId="{61BA75DE-8C57-FE7E-1F25-F15093D7B62E}"/>
          </ac:spMkLst>
        </pc:spChg>
        <pc:spChg chg="add del mod">
          <ac:chgData name="Dinesh Damodharan" userId="S::dinesh.damodharan@aspiresys.com::d67084bd-8219-4b8b-8fe8-6ba532282e29" providerId="AD" clId="Web-{0E82A2CB-F5C3-6511-AD4C-C9D203419B92}" dt="2026-06-29T13:54:37.577" v="49"/>
          <ac:spMkLst>
            <pc:docMk/>
            <pc:sldMk cId="2164411065" sldId="266"/>
            <ac:spMk id="3" creationId="{D50B6BDE-0202-ADF0-44D5-0C9A2F7182BE}"/>
          </ac:spMkLst>
        </pc:spChg>
        <pc:spChg chg="add mod">
          <ac:chgData name="Dinesh Damodharan" userId="S::dinesh.damodharan@aspiresys.com::d67084bd-8219-4b8b-8fe8-6ba532282e29" providerId="AD" clId="Web-{0E82A2CB-F5C3-6511-AD4C-C9D203419B92}" dt="2026-06-29T14:00:48.330" v="62" actId="1076"/>
          <ac:spMkLst>
            <pc:docMk/>
            <pc:sldMk cId="2164411065" sldId="266"/>
            <ac:spMk id="4" creationId="{F758E61C-764C-253F-A717-06EF094A9BE8}"/>
          </ac:spMkLst>
        </pc:spChg>
        <pc:spChg chg="add mod">
          <ac:chgData name="Dinesh Damodharan" userId="S::dinesh.damodharan@aspiresys.com::d67084bd-8219-4b8b-8fe8-6ba532282e29" providerId="AD" clId="Web-{0E82A2CB-F5C3-6511-AD4C-C9D203419B92}" dt="2026-06-29T14:00:48.330" v="63" actId="1076"/>
          <ac:spMkLst>
            <pc:docMk/>
            <pc:sldMk cId="2164411065" sldId="266"/>
            <ac:spMk id="5" creationId="{353A3AC6-998F-36A2-C4F8-FD2D3DB60A79}"/>
          </ac:spMkLst>
        </pc:spChg>
        <pc:spChg chg="add mod">
          <ac:chgData name="Dinesh Damodharan" userId="S::dinesh.damodharan@aspiresys.com::d67084bd-8219-4b8b-8fe8-6ba532282e29" providerId="AD" clId="Web-{0E82A2CB-F5C3-6511-AD4C-C9D203419B92}" dt="2026-06-29T14:00:48.346" v="64" actId="1076"/>
          <ac:spMkLst>
            <pc:docMk/>
            <pc:sldMk cId="2164411065" sldId="266"/>
            <ac:spMk id="6" creationId="{B58AE0DB-18D9-CBCB-0E01-5C185841A809}"/>
          </ac:spMkLst>
        </pc:spChg>
        <pc:spChg chg="add mod">
          <ac:chgData name="Dinesh Damodharan" userId="S::dinesh.damodharan@aspiresys.com::d67084bd-8219-4b8b-8fe8-6ba532282e29" providerId="AD" clId="Web-{0E82A2CB-F5C3-6511-AD4C-C9D203419B92}" dt="2026-06-29T14:00:48.346" v="65" actId="1076"/>
          <ac:spMkLst>
            <pc:docMk/>
            <pc:sldMk cId="2164411065" sldId="266"/>
            <ac:spMk id="7" creationId="{E96A8ABC-2609-2D6A-ECF1-19B1CD6638D0}"/>
          </ac:spMkLst>
        </pc:spChg>
        <pc:spChg chg="add mod">
          <ac:chgData name="Dinesh Damodharan" userId="S::dinesh.damodharan@aspiresys.com::d67084bd-8219-4b8b-8fe8-6ba532282e29" providerId="AD" clId="Web-{0E82A2CB-F5C3-6511-AD4C-C9D203419B92}" dt="2026-06-29T14:00:48.361" v="66" actId="1076"/>
          <ac:spMkLst>
            <pc:docMk/>
            <pc:sldMk cId="2164411065" sldId="266"/>
            <ac:spMk id="8" creationId="{35584CF1-5EE6-4A23-B094-ED99B7601DDE}"/>
          </ac:spMkLst>
        </pc:spChg>
        <pc:spChg chg="add mod">
          <ac:chgData name="Dinesh Damodharan" userId="S::dinesh.damodharan@aspiresys.com::d67084bd-8219-4b8b-8fe8-6ba532282e29" providerId="AD" clId="Web-{0E82A2CB-F5C3-6511-AD4C-C9D203419B92}" dt="2026-06-29T14:00:48.361" v="67" actId="1076"/>
          <ac:spMkLst>
            <pc:docMk/>
            <pc:sldMk cId="2164411065" sldId="266"/>
            <ac:spMk id="9" creationId="{CE3E8C96-7A0E-F9C8-3F5D-7C359179CAE4}"/>
          </ac:spMkLst>
        </pc:spChg>
        <pc:spChg chg="add mod">
          <ac:chgData name="Dinesh Damodharan" userId="S::dinesh.damodharan@aspiresys.com::d67084bd-8219-4b8b-8fe8-6ba532282e29" providerId="AD" clId="Web-{0E82A2CB-F5C3-6511-AD4C-C9D203419B92}" dt="2026-06-29T14:00:48.377" v="68" actId="1076"/>
          <ac:spMkLst>
            <pc:docMk/>
            <pc:sldMk cId="2164411065" sldId="266"/>
            <ac:spMk id="10" creationId="{A48ED535-227D-9753-5F89-F7E62CDBE144}"/>
          </ac:spMkLst>
        </pc:spChg>
        <pc:spChg chg="add mod">
          <ac:chgData name="Dinesh Damodharan" userId="S::dinesh.damodharan@aspiresys.com::d67084bd-8219-4b8b-8fe8-6ba532282e29" providerId="AD" clId="Web-{0E82A2CB-F5C3-6511-AD4C-C9D203419B92}" dt="2026-06-29T14:00:48.392" v="69" actId="1076"/>
          <ac:spMkLst>
            <pc:docMk/>
            <pc:sldMk cId="2164411065" sldId="266"/>
            <ac:spMk id="11" creationId="{14A34FDC-6381-5CFF-D381-6242FCFAEEA0}"/>
          </ac:spMkLst>
        </pc:spChg>
        <pc:spChg chg="add mod">
          <ac:chgData name="Dinesh Damodharan" userId="S::dinesh.damodharan@aspiresys.com::d67084bd-8219-4b8b-8fe8-6ba532282e29" providerId="AD" clId="Web-{0E82A2CB-F5C3-6511-AD4C-C9D203419B92}" dt="2026-06-29T14:00:48.392" v="70" actId="1076"/>
          <ac:spMkLst>
            <pc:docMk/>
            <pc:sldMk cId="2164411065" sldId="266"/>
            <ac:spMk id="12" creationId="{995269B5-A368-D60A-CFE2-AB5DC5A2A34E}"/>
          </ac:spMkLst>
        </pc:spChg>
        <pc:spChg chg="add del">
          <ac:chgData name="Dinesh Damodharan" userId="S::dinesh.damodharan@aspiresys.com::d67084bd-8219-4b8b-8fe8-6ba532282e29" providerId="AD" clId="Web-{0E82A2CB-F5C3-6511-AD4C-C9D203419B92}" dt="2026-06-29T14:01:29.065" v="74"/>
          <ac:spMkLst>
            <pc:docMk/>
            <pc:sldMk cId="2164411065" sldId="266"/>
            <ac:spMk id="14" creationId="{B4A06BBE-C553-024B-CAC5-64A4D03CADDD}"/>
          </ac:spMkLst>
        </pc:spChg>
      </pc:sldChg>
      <pc:sldChg chg="new">
        <pc:chgData name="Dinesh Damodharan" userId="S::dinesh.damodharan@aspiresys.com::d67084bd-8219-4b8b-8fe8-6ba532282e29" providerId="AD" clId="Web-{0E82A2CB-F5C3-6511-AD4C-C9D203419B92}" dt="2026-06-29T14:01:41.518" v="75"/>
        <pc:sldMkLst>
          <pc:docMk/>
          <pc:sldMk cId="2974951662" sldId="26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036D65-F0E4-4041-A9A9-EAA61B30212A}" type="datetimeFigureOut">
              <a:t>6/30/2026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7B6DE1-8EB8-43D8-8D3E-956DB51494D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083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2"/>
            <a:ext cx="12192000" cy="6857999"/>
          </a:xfrm>
          <a:prstGeom prst="rect">
            <a:avLst/>
          </a:prstGeom>
          <a:solidFill>
            <a:schemeClr val="accent2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2">
                    <a:alpha val="50000"/>
                  </a:schemeClr>
                </a:solidFill>
              </a:defRPr>
            </a:lvl1pPr>
          </a:lstStyle>
          <a:p>
            <a:r>
              <a:rPr lang="pl-PL"/>
              <a:t>Click on the icon to add picture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9149" y="1036701"/>
            <a:ext cx="4309232" cy="17612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ts val="4533"/>
              </a:lnSpc>
              <a:defRPr sz="4800" b="1" cap="all" baseline="0">
                <a:solidFill>
                  <a:schemeClr val="bg1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pl-PL"/>
              <a:t>presentation</a:t>
            </a:r>
            <a:r>
              <a:rPr lang="en-GB"/>
              <a:t> TITLE, CALIBRI BOLD, </a:t>
            </a:r>
            <a:r>
              <a:rPr lang="pl-PL"/>
              <a:t>72</a:t>
            </a:r>
            <a:r>
              <a:rPr lang="en-GB"/>
              <a:t> PT</a:t>
            </a:r>
          </a:p>
        </p:txBody>
      </p:sp>
      <p:sp>
        <p:nvSpPr>
          <p:cNvPr id="3" name="Text Placehold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819149" y="5004466"/>
            <a:ext cx="4309232" cy="20804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buFontTx/>
              <a:buNone/>
              <a:defRPr sz="1600">
                <a:solidFill>
                  <a:schemeClr val="bg1">
                    <a:lumMod val="10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>
              <a:defRPr sz="2133">
                <a:latin typeface="Calibri Light" panose="020F0302020204030204" pitchFamily="34" charset="0"/>
                <a:cs typeface="Calibri Light" panose="020F0302020204030204" pitchFamily="34" charset="0"/>
              </a:defRPr>
            </a:lvl2pPr>
            <a:lvl3pPr>
              <a:defRPr sz="1867">
                <a:latin typeface="Calibri Light" panose="020F0302020204030204" pitchFamily="34" charset="0"/>
                <a:cs typeface="Calibri Light" panose="020F0302020204030204" pitchFamily="34" charset="0"/>
              </a:defRPr>
            </a:lvl3pPr>
            <a:lvl4pPr>
              <a:defRPr sz="1600"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defRPr sz="1600"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pl-PL"/>
              <a:t>Place, Date (Calibri Light, 24 pt)</a:t>
            </a:r>
            <a:endParaRPr lang="en-GB"/>
          </a:p>
        </p:txBody>
      </p:sp>
      <p:sp>
        <p:nvSpPr>
          <p:cNvPr id="10" name="Picture Placeholder 13"/>
          <p:cNvSpPr>
            <a:spLocks noGrp="1"/>
          </p:cNvSpPr>
          <p:nvPr>
            <p:ph type="pic" sz="quarter" idx="13" hasCustomPrompt="1"/>
          </p:nvPr>
        </p:nvSpPr>
        <p:spPr>
          <a:xfrm>
            <a:off x="-1" y="739346"/>
            <a:ext cx="539751" cy="1079500"/>
          </a:xfrm>
          <a:prstGeom prst="rect">
            <a:avLst/>
          </a:prstGeom>
          <a:ln>
            <a:noFill/>
          </a:ln>
        </p:spPr>
        <p:txBody>
          <a:bodyPr anchor="ctr" anchorCtr="0"/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pl-PL"/>
              <a:t>&gt;</a:t>
            </a:r>
            <a:endParaRPr lang="en-GB"/>
          </a:p>
        </p:txBody>
      </p:sp>
      <p:sp>
        <p:nvSpPr>
          <p:cNvPr id="18" name="Picture Placeholder 17"/>
          <p:cNvSpPr>
            <a:spLocks noGrp="1"/>
          </p:cNvSpPr>
          <p:nvPr>
            <p:ph type="pic" sz="quarter" idx="14" hasCustomPrompt="1"/>
          </p:nvPr>
        </p:nvSpPr>
        <p:spPr>
          <a:xfrm>
            <a:off x="819148" y="5781257"/>
            <a:ext cx="3149600" cy="50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FontTx/>
              <a:buNone/>
              <a:defRPr sz="1200"/>
            </a:lvl1pPr>
          </a:lstStyle>
          <a:p>
            <a:r>
              <a:rPr lang="pl-PL"/>
              <a:t>^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8836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e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9149" y="508006"/>
            <a:ext cx="10334627" cy="507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ts val="3867"/>
              </a:lnSpc>
              <a:defRPr sz="4000" b="1" cap="all" baseline="0">
                <a:solidFill>
                  <a:schemeClr val="bg1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/>
              <a:t>SLIDE TITLE, CALIBRI BOLD, 60 PT</a:t>
            </a:r>
          </a:p>
        </p:txBody>
      </p:sp>
      <p:sp>
        <p:nvSpPr>
          <p:cNvPr id="4" name="Oval 3"/>
          <p:cNvSpPr>
            <a:spLocks noChangeAspect="1"/>
          </p:cNvSpPr>
          <p:nvPr userDrawn="1"/>
        </p:nvSpPr>
        <p:spPr>
          <a:xfrm>
            <a:off x="11484236" y="6246687"/>
            <a:ext cx="384000" cy="384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4000" rIns="0" bIns="24000" rtlCol="0" anchor="ctr"/>
          <a:lstStyle/>
          <a:p>
            <a:pPr algn="ctr"/>
            <a:fld id="{E5B4EB64-54DE-40F8-9354-51A55C032A93}" type="slidenum">
              <a:rPr lang="pl-PL" sz="1600" smtClean="0">
                <a:solidFill>
                  <a:schemeClr val="bg1">
                    <a:lumMod val="10000"/>
                  </a:schemeClr>
                </a:solidFill>
                <a:latin typeface="+mn-lt"/>
                <a:cs typeface="Arial" panose="020B0604020202020204" pitchFamily="34" charset="0"/>
              </a:rPr>
              <a:t>‹#›</a:t>
            </a:fld>
            <a:endParaRPr lang="pl-PL" sz="1600">
              <a:solidFill>
                <a:schemeClr val="bg1">
                  <a:lumMod val="10000"/>
                </a:schemeClr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5" name="Graphic 4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19089" y="394966"/>
            <a:ext cx="514297" cy="593017"/>
          </a:xfrm>
          <a:prstGeom prst="rect">
            <a:avLst/>
          </a:prstGeom>
        </p:spPr>
      </p:pic>
      <p:pic>
        <p:nvPicPr>
          <p:cNvPr id="6" name="Graphic 5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180951"/>
            <a:ext cx="539751" cy="107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382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screen shot of a computer monitor&#10;&#10;Description automatically generated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4152" y="1642175"/>
            <a:ext cx="5461000" cy="4572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9149" y="508006"/>
            <a:ext cx="10334627" cy="507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ts val="3867"/>
              </a:lnSpc>
              <a:defRPr sz="4000" b="1" cap="all" baseline="0">
                <a:solidFill>
                  <a:schemeClr val="bg1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/>
              <a:t>SLIDE TITLE, CALIBRI BOLD, 60 PT</a:t>
            </a:r>
          </a:p>
        </p:txBody>
      </p:sp>
      <p:sp>
        <p:nvSpPr>
          <p:cNvPr id="4" name="Oval 3"/>
          <p:cNvSpPr>
            <a:spLocks noChangeAspect="1"/>
          </p:cNvSpPr>
          <p:nvPr userDrawn="1"/>
        </p:nvSpPr>
        <p:spPr>
          <a:xfrm>
            <a:off x="11484236" y="6246687"/>
            <a:ext cx="384000" cy="384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4000" rIns="0" bIns="24000" rtlCol="0" anchor="ctr"/>
          <a:lstStyle/>
          <a:p>
            <a:pPr algn="ctr"/>
            <a:fld id="{E5B4EB64-54DE-40F8-9354-51A55C032A93}" type="slidenum">
              <a:rPr lang="pl-PL" sz="1600" smtClean="0">
                <a:solidFill>
                  <a:schemeClr val="bg1">
                    <a:lumMod val="10000"/>
                  </a:schemeClr>
                </a:solidFill>
                <a:latin typeface="+mn-lt"/>
                <a:cs typeface="Arial" panose="020B0604020202020204" pitchFamily="34" charset="0"/>
              </a:rPr>
              <a:t>‹#›</a:t>
            </a:fld>
            <a:endParaRPr lang="pl-PL" sz="1600">
              <a:solidFill>
                <a:schemeClr val="bg1">
                  <a:lumMod val="10000"/>
                </a:schemeClr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5" name="Graphic 4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19089" y="394966"/>
            <a:ext cx="514297" cy="593017"/>
          </a:xfrm>
          <a:prstGeom prst="rect">
            <a:avLst/>
          </a:prstGeom>
        </p:spPr>
      </p:pic>
      <p:pic>
        <p:nvPicPr>
          <p:cNvPr id="6" name="Graphic 5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" y="180951"/>
            <a:ext cx="539751" cy="1079500"/>
          </a:xfrm>
          <a:prstGeom prst="rect">
            <a:avLst/>
          </a:prstGeom>
        </p:spPr>
      </p:pic>
      <p:sp>
        <p:nvSpPr>
          <p:cNvPr id="11" name="Picture Placeholder 7"/>
          <p:cNvSpPr>
            <a:spLocks noGrp="1"/>
          </p:cNvSpPr>
          <p:nvPr>
            <p:ph type="pic" sz="quarter" idx="12" hasCustomPrompt="1"/>
          </p:nvPr>
        </p:nvSpPr>
        <p:spPr>
          <a:xfrm>
            <a:off x="5793233" y="1900938"/>
            <a:ext cx="4922839" cy="2787649"/>
          </a:xfrm>
          <a:prstGeom prst="rect">
            <a:avLst/>
          </a:prstGeom>
          <a:solidFill>
            <a:schemeClr val="accent2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2">
                    <a:alpha val="50000"/>
                  </a:schemeClr>
                </a:solidFill>
              </a:defRPr>
            </a:lvl1pPr>
          </a:lstStyle>
          <a:p>
            <a:r>
              <a:rPr lang="pl-PL"/>
              <a:t>Click on the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7852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9149" y="508006"/>
            <a:ext cx="10334627" cy="507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ts val="3867"/>
              </a:lnSpc>
              <a:defRPr sz="4000" b="1" cap="all" baseline="0">
                <a:solidFill>
                  <a:schemeClr val="bg1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/>
              <a:t>SLIDE TITLE, CALIBRI BOLD, 60 PT</a:t>
            </a:r>
          </a:p>
        </p:txBody>
      </p:sp>
      <p:sp>
        <p:nvSpPr>
          <p:cNvPr id="4" name="Oval 3"/>
          <p:cNvSpPr>
            <a:spLocks noChangeAspect="1"/>
          </p:cNvSpPr>
          <p:nvPr userDrawn="1"/>
        </p:nvSpPr>
        <p:spPr>
          <a:xfrm>
            <a:off x="11484236" y="6246687"/>
            <a:ext cx="384000" cy="384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4000" rIns="0" bIns="24000" rtlCol="0" anchor="ctr"/>
          <a:lstStyle/>
          <a:p>
            <a:pPr algn="ctr"/>
            <a:fld id="{E5B4EB64-54DE-40F8-9354-51A55C032A93}" type="slidenum">
              <a:rPr lang="pl-PL" sz="1600" smtClean="0">
                <a:solidFill>
                  <a:schemeClr val="bg1">
                    <a:lumMod val="10000"/>
                  </a:schemeClr>
                </a:solidFill>
                <a:latin typeface="+mn-lt"/>
                <a:cs typeface="Arial" panose="020B0604020202020204" pitchFamily="34" charset="0"/>
              </a:rPr>
              <a:t>‹#›</a:t>
            </a:fld>
            <a:endParaRPr lang="pl-PL" sz="1600">
              <a:solidFill>
                <a:schemeClr val="bg1">
                  <a:lumMod val="10000"/>
                </a:schemeClr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5" name="Graphic 4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19089" y="394966"/>
            <a:ext cx="514297" cy="593017"/>
          </a:xfrm>
          <a:prstGeom prst="rect">
            <a:avLst/>
          </a:prstGeom>
        </p:spPr>
      </p:pic>
      <p:pic>
        <p:nvPicPr>
          <p:cNvPr id="6" name="Graphic 5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180951"/>
            <a:ext cx="539751" cy="1079500"/>
          </a:xfrm>
          <a:prstGeom prst="rect">
            <a:avLst/>
          </a:prstGeom>
        </p:spPr>
      </p:pic>
      <p:pic>
        <p:nvPicPr>
          <p:cNvPr id="7" name="Picture 6" descr="A picture containing indoor, monitor, sitting, computer&#10;&#10;Description automatically generated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0152" y="2372424"/>
            <a:ext cx="5969000" cy="3683000"/>
          </a:xfrm>
          <a:prstGeom prst="rect">
            <a:avLst/>
          </a:prstGeom>
        </p:spPr>
      </p:pic>
      <p:sp>
        <p:nvSpPr>
          <p:cNvPr id="11" name="Picture Placeholder 7"/>
          <p:cNvSpPr>
            <a:spLocks noGrp="1"/>
          </p:cNvSpPr>
          <p:nvPr>
            <p:ph type="pic" sz="quarter" idx="12" hasCustomPrompt="1"/>
          </p:nvPr>
        </p:nvSpPr>
        <p:spPr>
          <a:xfrm>
            <a:off x="6318251" y="2895600"/>
            <a:ext cx="3872803" cy="2486027"/>
          </a:xfrm>
          <a:prstGeom prst="rect">
            <a:avLst/>
          </a:prstGeom>
          <a:solidFill>
            <a:schemeClr val="accent2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2">
                    <a:alpha val="50000"/>
                  </a:schemeClr>
                </a:solidFill>
              </a:defRPr>
            </a:lvl1pPr>
          </a:lstStyle>
          <a:p>
            <a:r>
              <a:rPr lang="pl-PL"/>
              <a:t>Click on the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28320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 Layou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9149" y="508006"/>
            <a:ext cx="10334627" cy="507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ts val="3867"/>
              </a:lnSpc>
              <a:defRPr sz="4000" b="1" cap="all" baseline="0">
                <a:solidFill>
                  <a:schemeClr val="bg1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/>
              <a:t>SLIDE TITLE, CALIBRI BOLD, 60 PT</a:t>
            </a:r>
          </a:p>
        </p:txBody>
      </p:sp>
      <p:sp>
        <p:nvSpPr>
          <p:cNvPr id="4" name="Oval 3"/>
          <p:cNvSpPr>
            <a:spLocks noChangeAspect="1"/>
          </p:cNvSpPr>
          <p:nvPr userDrawn="1"/>
        </p:nvSpPr>
        <p:spPr>
          <a:xfrm>
            <a:off x="11484236" y="6246687"/>
            <a:ext cx="384000" cy="384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4000" rIns="0" bIns="24000" rtlCol="0" anchor="ctr"/>
          <a:lstStyle/>
          <a:p>
            <a:pPr algn="ctr"/>
            <a:fld id="{E5B4EB64-54DE-40F8-9354-51A55C032A93}" type="slidenum">
              <a:rPr lang="pl-PL" sz="1600" smtClean="0">
                <a:solidFill>
                  <a:schemeClr val="bg1">
                    <a:lumMod val="10000"/>
                  </a:schemeClr>
                </a:solidFill>
                <a:latin typeface="+mn-lt"/>
                <a:cs typeface="Arial" panose="020B0604020202020204" pitchFamily="34" charset="0"/>
              </a:rPr>
              <a:t>‹#›</a:t>
            </a:fld>
            <a:endParaRPr lang="pl-PL" sz="1600">
              <a:solidFill>
                <a:schemeClr val="bg1">
                  <a:lumMod val="10000"/>
                </a:schemeClr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5" name="Graphic 4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19089" y="394966"/>
            <a:ext cx="514297" cy="593017"/>
          </a:xfrm>
          <a:prstGeom prst="rect">
            <a:avLst/>
          </a:prstGeom>
        </p:spPr>
      </p:pic>
      <p:pic>
        <p:nvPicPr>
          <p:cNvPr id="6" name="Graphic 5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180951"/>
            <a:ext cx="539751" cy="1079500"/>
          </a:xfrm>
          <a:prstGeom prst="rect">
            <a:avLst/>
          </a:prstGeom>
        </p:spPr>
      </p:pic>
      <p:pic>
        <p:nvPicPr>
          <p:cNvPr id="9" name="Picture 8" descr="A close up of a screen&#10;&#10;Description automatically generated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9485" y="1358687"/>
            <a:ext cx="3810000" cy="5080000"/>
          </a:xfrm>
          <a:prstGeom prst="rect">
            <a:avLst/>
          </a:prstGeom>
        </p:spPr>
      </p:pic>
      <p:sp>
        <p:nvSpPr>
          <p:cNvPr id="14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3129439" y="1668460"/>
            <a:ext cx="2010092" cy="4345179"/>
          </a:xfrm>
          <a:prstGeom prst="roundRect">
            <a:avLst>
              <a:gd name="adj" fmla="val 10770"/>
            </a:avLst>
          </a:prstGeom>
          <a:solidFill>
            <a:schemeClr val="accent2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2">
                    <a:alpha val="50000"/>
                  </a:schemeClr>
                </a:solidFill>
              </a:defRPr>
            </a:lvl1pPr>
          </a:lstStyle>
          <a:p>
            <a:r>
              <a:rPr lang="pl-PL"/>
              <a:t>Click on the icon to add picture</a:t>
            </a:r>
            <a:endParaRPr lang="en-GB"/>
          </a:p>
        </p:txBody>
      </p:sp>
      <p:pic>
        <p:nvPicPr>
          <p:cNvPr id="18" name="Picture 17" descr="A close up of a sign&#10;&#10;Description automatically generated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8689" y="3129673"/>
            <a:ext cx="2576259" cy="3220324"/>
          </a:xfrm>
          <a:prstGeom prst="rect">
            <a:avLst/>
          </a:prstGeom>
        </p:spPr>
      </p:pic>
      <p:sp>
        <p:nvSpPr>
          <p:cNvPr id="19" name="Picture Placeholder 7"/>
          <p:cNvSpPr>
            <a:spLocks noGrp="1"/>
          </p:cNvSpPr>
          <p:nvPr>
            <p:ph type="pic" sz="quarter" idx="14" hasCustomPrompt="1"/>
          </p:nvPr>
        </p:nvSpPr>
        <p:spPr>
          <a:xfrm>
            <a:off x="7139517" y="3763434"/>
            <a:ext cx="1610784" cy="1911351"/>
          </a:xfrm>
          <a:prstGeom prst="roundRect">
            <a:avLst>
              <a:gd name="adj" fmla="val 15645"/>
            </a:avLst>
          </a:prstGeom>
          <a:solidFill>
            <a:schemeClr val="accent2"/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2">
                    <a:alpha val="50000"/>
                  </a:schemeClr>
                </a:solidFill>
              </a:defRPr>
            </a:lvl1pPr>
          </a:lstStyle>
          <a:p>
            <a:r>
              <a:rPr lang="pl-PL"/>
              <a:t>Click on the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2074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9149" y="508006"/>
            <a:ext cx="10334627" cy="507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ts val="3867"/>
              </a:lnSpc>
              <a:defRPr sz="4000" b="1" cap="all" baseline="0">
                <a:solidFill>
                  <a:schemeClr val="bg1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/>
              <a:t>SLIDE TITLE, CALIBRI BOLD, 60 PT</a:t>
            </a:r>
          </a:p>
        </p:txBody>
      </p:sp>
      <p:sp>
        <p:nvSpPr>
          <p:cNvPr id="4" name="Oval 3"/>
          <p:cNvSpPr>
            <a:spLocks noChangeAspect="1"/>
          </p:cNvSpPr>
          <p:nvPr userDrawn="1"/>
        </p:nvSpPr>
        <p:spPr>
          <a:xfrm>
            <a:off x="11484236" y="6246687"/>
            <a:ext cx="384000" cy="384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4000" rIns="0" bIns="24000" rtlCol="0" anchor="ctr"/>
          <a:lstStyle/>
          <a:p>
            <a:pPr algn="ctr"/>
            <a:fld id="{E5B4EB64-54DE-40F8-9354-51A55C032A93}" type="slidenum">
              <a:rPr lang="pl-PL" sz="1600" smtClean="0">
                <a:solidFill>
                  <a:schemeClr val="bg1">
                    <a:lumMod val="10000"/>
                  </a:schemeClr>
                </a:solidFill>
                <a:latin typeface="+mn-lt"/>
                <a:cs typeface="Arial" panose="020B0604020202020204" pitchFamily="34" charset="0"/>
              </a:rPr>
              <a:t>‹#›</a:t>
            </a:fld>
            <a:endParaRPr lang="pl-PL" sz="1600">
              <a:solidFill>
                <a:schemeClr val="bg1">
                  <a:lumMod val="10000"/>
                </a:schemeClr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5" name="Graphic 4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19089" y="394966"/>
            <a:ext cx="514297" cy="593017"/>
          </a:xfrm>
          <a:prstGeom prst="rect">
            <a:avLst/>
          </a:prstGeom>
        </p:spPr>
      </p:pic>
      <p:pic>
        <p:nvPicPr>
          <p:cNvPr id="6" name="Graphic 5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" y="180951"/>
            <a:ext cx="539751" cy="1079500"/>
          </a:xfrm>
          <a:prstGeom prst="rect">
            <a:avLst/>
          </a:prstGeom>
        </p:spPr>
      </p:pic>
      <p:sp>
        <p:nvSpPr>
          <p:cNvPr id="19" name="Picture Placeholder 7"/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3562635" y="2349000"/>
            <a:ext cx="2160000" cy="21600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anchor="ctr" anchorCtr="0"/>
          <a:lstStyle>
            <a:lvl1pPr marL="0" indent="0" algn="ctr">
              <a:buFontTx/>
              <a:buNone/>
              <a:defRPr sz="2400">
                <a:solidFill>
                  <a:schemeClr val="bg2">
                    <a:alpha val="50000"/>
                  </a:schemeClr>
                </a:solidFill>
              </a:defRPr>
            </a:lvl1pPr>
          </a:lstStyle>
          <a:p>
            <a:r>
              <a:rPr lang="pl-PL"/>
              <a:t>Click on the icon to add picture</a:t>
            </a:r>
            <a:endParaRPr lang="en-GB"/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5" hasCustomPrompt="1"/>
          </p:nvPr>
        </p:nvSpPr>
        <p:spPr>
          <a:xfrm>
            <a:off x="6096000" y="2924175"/>
            <a:ext cx="1981200" cy="100965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67"/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4" indent="0">
              <a:buFontTx/>
              <a:buNone/>
              <a:defRPr/>
            </a:lvl5pPr>
          </a:lstStyle>
          <a:p>
            <a:pPr lvl="0"/>
            <a:r>
              <a:rPr lang="pl-PL"/>
              <a:t>Your name, function and contact details here</a:t>
            </a:r>
          </a:p>
        </p:txBody>
      </p:sp>
    </p:spTree>
    <p:extLst>
      <p:ext uri="{BB962C8B-B14F-4D97-AF65-F5344CB8AC3E}">
        <p14:creationId xmlns:p14="http://schemas.microsoft.com/office/powerpoint/2010/main" val="1198527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photo,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/>
          <p:cNvSpPr>
            <a:spLocks noGrp="1"/>
          </p:cNvSpPr>
          <p:nvPr>
            <p:ph type="pic" sz="quarter" idx="10" hasCustomPrompt="1"/>
          </p:nvPr>
        </p:nvSpPr>
        <p:spPr>
          <a:xfrm>
            <a:off x="-1" y="0"/>
            <a:ext cx="12192001" cy="3429000"/>
          </a:xfrm>
          <a:custGeom>
            <a:avLst/>
            <a:gdLst>
              <a:gd name="connsiteX0" fmla="*/ 17516009 w 18288001"/>
              <a:gd name="connsiteY0" fmla="*/ 1304618 h 5143499"/>
              <a:gd name="connsiteX1" fmla="*/ 17354397 w 18288001"/>
              <a:gd name="connsiteY1" fmla="*/ 1442219 h 5143499"/>
              <a:gd name="connsiteX2" fmla="*/ 17677617 w 18288001"/>
              <a:gd name="connsiteY2" fmla="*/ 1442219 h 5143499"/>
              <a:gd name="connsiteX3" fmla="*/ 17516009 w 18288001"/>
              <a:gd name="connsiteY3" fmla="*/ 1057991 h 5143499"/>
              <a:gd name="connsiteX4" fmla="*/ 17270169 w 18288001"/>
              <a:gd name="connsiteY4" fmla="*/ 1388768 h 5143499"/>
              <a:gd name="connsiteX5" fmla="*/ 17319681 w 18288001"/>
              <a:gd name="connsiteY5" fmla="*/ 1423326 h 5143499"/>
              <a:gd name="connsiteX6" fmla="*/ 17516009 w 18288001"/>
              <a:gd name="connsiteY6" fmla="*/ 1216216 h 5143499"/>
              <a:gd name="connsiteX7" fmla="*/ 17712725 w 18288001"/>
              <a:gd name="connsiteY7" fmla="*/ 1423326 h 5143499"/>
              <a:gd name="connsiteX8" fmla="*/ 17761769 w 18288001"/>
              <a:gd name="connsiteY8" fmla="*/ 1390894 h 5143499"/>
              <a:gd name="connsiteX9" fmla="*/ 17647153 w 18288001"/>
              <a:gd name="connsiteY9" fmla="*/ 729654 h 5143499"/>
              <a:gd name="connsiteX10" fmla="*/ 17829465 w 18288001"/>
              <a:gd name="connsiteY10" fmla="*/ 1316347 h 5143499"/>
              <a:gd name="connsiteX11" fmla="*/ 17647153 w 18288001"/>
              <a:gd name="connsiteY11" fmla="*/ 729654 h 5143499"/>
              <a:gd name="connsiteX12" fmla="*/ 17384861 w 18288001"/>
              <a:gd name="connsiteY12" fmla="*/ 729654 h 5143499"/>
              <a:gd name="connsiteX13" fmla="*/ 17202549 w 18288001"/>
              <a:gd name="connsiteY13" fmla="*/ 1316347 h 5143499"/>
              <a:gd name="connsiteX14" fmla="*/ 17516009 w 18288001"/>
              <a:gd name="connsiteY14" fmla="*/ 592447 h 5143499"/>
              <a:gd name="connsiteX15" fmla="*/ 17216561 w 18288001"/>
              <a:gd name="connsiteY15" fmla="*/ 1337444 h 5143499"/>
              <a:gd name="connsiteX16" fmla="*/ 17249545 w 18288001"/>
              <a:gd name="connsiteY16" fmla="*/ 1372395 h 5143499"/>
              <a:gd name="connsiteX17" fmla="*/ 17516009 w 18288001"/>
              <a:gd name="connsiteY17" fmla="*/ 899687 h 5143499"/>
              <a:gd name="connsiteX18" fmla="*/ 17782945 w 18288001"/>
              <a:gd name="connsiteY18" fmla="*/ 1372395 h 5143499"/>
              <a:gd name="connsiteX19" fmla="*/ 17815533 w 18288001"/>
              <a:gd name="connsiteY19" fmla="*/ 1337444 h 5143499"/>
              <a:gd name="connsiteX20" fmla="*/ 1 w 18288001"/>
              <a:gd name="connsiteY20" fmla="*/ 271425 h 5143499"/>
              <a:gd name="connsiteX21" fmla="*/ 1 w 18288001"/>
              <a:gd name="connsiteY21" fmla="*/ 1890675 h 5143499"/>
              <a:gd name="connsiteX22" fmla="*/ 809626 w 18288001"/>
              <a:gd name="connsiteY22" fmla="*/ 1081050 h 5143499"/>
              <a:gd name="connsiteX23" fmla="*/ 0 w 18288001"/>
              <a:gd name="connsiteY23" fmla="*/ 0 h 5143499"/>
              <a:gd name="connsiteX24" fmla="*/ 18288001 w 18288001"/>
              <a:gd name="connsiteY24" fmla="*/ 0 h 5143499"/>
              <a:gd name="connsiteX25" fmla="*/ 18288001 w 18288001"/>
              <a:gd name="connsiteY25" fmla="*/ 5143499 h 5143499"/>
              <a:gd name="connsiteX26" fmla="*/ 0 w 18288001"/>
              <a:gd name="connsiteY26" fmla="*/ 5143499 h 5143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8288001" h="5143499">
                <a:moveTo>
                  <a:pt x="17516009" y="1304618"/>
                </a:moveTo>
                <a:lnTo>
                  <a:pt x="17354397" y="1442219"/>
                </a:lnTo>
                <a:cubicBezTo>
                  <a:pt x="17439021" y="1483940"/>
                  <a:pt x="17565129" y="1495669"/>
                  <a:pt x="17677617" y="1442219"/>
                </a:cubicBezTo>
                <a:close/>
                <a:moveTo>
                  <a:pt x="17516009" y="1057991"/>
                </a:moveTo>
                <a:lnTo>
                  <a:pt x="17270169" y="1388768"/>
                </a:lnTo>
                <a:cubicBezTo>
                  <a:pt x="17284573" y="1402702"/>
                  <a:pt x="17300633" y="1414037"/>
                  <a:pt x="17319681" y="1423326"/>
                </a:cubicBezTo>
                <a:lnTo>
                  <a:pt x="17516009" y="1216216"/>
                </a:lnTo>
                <a:lnTo>
                  <a:pt x="17712725" y="1423326"/>
                </a:lnTo>
                <a:cubicBezTo>
                  <a:pt x="17729177" y="1414037"/>
                  <a:pt x="17747837" y="1402702"/>
                  <a:pt x="17761769" y="1390894"/>
                </a:cubicBezTo>
                <a:close/>
                <a:moveTo>
                  <a:pt x="17647153" y="729654"/>
                </a:moveTo>
                <a:lnTo>
                  <a:pt x="17829465" y="1316347"/>
                </a:lnTo>
                <a:cubicBezTo>
                  <a:pt x="17981789" y="1109316"/>
                  <a:pt x="17888349" y="815930"/>
                  <a:pt x="17647153" y="729654"/>
                </a:cubicBezTo>
                <a:close/>
                <a:moveTo>
                  <a:pt x="17384861" y="729654"/>
                </a:moveTo>
                <a:cubicBezTo>
                  <a:pt x="17144141" y="815930"/>
                  <a:pt x="17050229" y="1109316"/>
                  <a:pt x="17202549" y="1316347"/>
                </a:cubicBezTo>
                <a:close/>
                <a:moveTo>
                  <a:pt x="17516009" y="592447"/>
                </a:moveTo>
                <a:lnTo>
                  <a:pt x="17216561" y="1337444"/>
                </a:lnTo>
                <a:cubicBezTo>
                  <a:pt x="17230493" y="1353896"/>
                  <a:pt x="17239785" y="1365232"/>
                  <a:pt x="17249545" y="1372395"/>
                </a:cubicBezTo>
                <a:lnTo>
                  <a:pt x="17516009" y="899687"/>
                </a:lnTo>
                <a:lnTo>
                  <a:pt x="17782945" y="1372395"/>
                </a:lnTo>
                <a:cubicBezTo>
                  <a:pt x="17799477" y="1355943"/>
                  <a:pt x="17810889" y="1342088"/>
                  <a:pt x="17815533" y="1337444"/>
                </a:cubicBezTo>
                <a:close/>
                <a:moveTo>
                  <a:pt x="1" y="271425"/>
                </a:moveTo>
                <a:lnTo>
                  <a:pt x="1" y="1890675"/>
                </a:lnTo>
                <a:lnTo>
                  <a:pt x="809626" y="1081050"/>
                </a:lnTo>
                <a:close/>
                <a:moveTo>
                  <a:pt x="0" y="0"/>
                </a:moveTo>
                <a:lnTo>
                  <a:pt x="18288001" y="0"/>
                </a:lnTo>
                <a:lnTo>
                  <a:pt x="18288001" y="5143499"/>
                </a:lnTo>
                <a:lnTo>
                  <a:pt x="0" y="5143499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>
                <a:solidFill>
                  <a:schemeClr val="bg2">
                    <a:alpha val="50000"/>
                  </a:schemeClr>
                </a:solidFill>
              </a:defRPr>
            </a:lvl1pPr>
          </a:lstStyle>
          <a:p>
            <a:r>
              <a:rPr lang="pl-PL"/>
              <a:t>Click on the icon to add picture</a:t>
            </a:r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9149" y="508006"/>
            <a:ext cx="10334627" cy="507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ts val="3867"/>
              </a:lnSpc>
              <a:defRPr sz="4000" b="1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/>
              <a:t>SLIDE TITLE, CALIBRI BOLD, 60 PT</a:t>
            </a:r>
          </a:p>
        </p:txBody>
      </p:sp>
      <p:sp>
        <p:nvSpPr>
          <p:cNvPr id="4" name="Oval 3"/>
          <p:cNvSpPr>
            <a:spLocks noChangeAspect="1"/>
          </p:cNvSpPr>
          <p:nvPr userDrawn="1"/>
        </p:nvSpPr>
        <p:spPr>
          <a:xfrm>
            <a:off x="11484236" y="6246687"/>
            <a:ext cx="384000" cy="384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4000" rIns="0" bIns="24000" rtlCol="0" anchor="ctr"/>
          <a:lstStyle/>
          <a:p>
            <a:pPr algn="ctr"/>
            <a:fld id="{E5B4EB64-54DE-40F8-9354-51A55C032A93}" type="slidenum">
              <a:rPr lang="pl-PL" sz="1600" smtClean="0">
                <a:solidFill>
                  <a:schemeClr val="bg1">
                    <a:lumMod val="10000"/>
                  </a:schemeClr>
                </a:solidFill>
                <a:latin typeface="+mn-lt"/>
                <a:cs typeface="Arial" panose="020B0604020202020204" pitchFamily="34" charset="0"/>
              </a:rPr>
              <a:t>‹#›</a:t>
            </a:fld>
            <a:endParaRPr lang="pl-PL" sz="1600">
              <a:solidFill>
                <a:schemeClr val="bg1">
                  <a:lumMod val="10000"/>
                </a:schemeClr>
              </a:solidFill>
              <a:latin typeface="+mn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482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photo, b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-1" y="0"/>
            <a:ext cx="12192001" cy="1715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33"/>
          </a:p>
        </p:txBody>
      </p:sp>
      <p:sp>
        <p:nvSpPr>
          <p:cNvPr id="22" name="Picture Placeholder 21"/>
          <p:cNvSpPr>
            <a:spLocks noGrp="1"/>
          </p:cNvSpPr>
          <p:nvPr>
            <p:ph type="pic" sz="quarter" idx="10" hasCustomPrompt="1"/>
          </p:nvPr>
        </p:nvSpPr>
        <p:spPr>
          <a:xfrm>
            <a:off x="-1" y="0"/>
            <a:ext cx="12192001" cy="3429000"/>
          </a:xfrm>
          <a:custGeom>
            <a:avLst/>
            <a:gdLst>
              <a:gd name="connsiteX0" fmla="*/ 17516009 w 18288001"/>
              <a:gd name="connsiteY0" fmla="*/ 1304618 h 5143499"/>
              <a:gd name="connsiteX1" fmla="*/ 17354397 w 18288001"/>
              <a:gd name="connsiteY1" fmla="*/ 1442219 h 5143499"/>
              <a:gd name="connsiteX2" fmla="*/ 17677617 w 18288001"/>
              <a:gd name="connsiteY2" fmla="*/ 1442219 h 5143499"/>
              <a:gd name="connsiteX3" fmla="*/ 17516009 w 18288001"/>
              <a:gd name="connsiteY3" fmla="*/ 1057991 h 5143499"/>
              <a:gd name="connsiteX4" fmla="*/ 17270169 w 18288001"/>
              <a:gd name="connsiteY4" fmla="*/ 1388768 h 5143499"/>
              <a:gd name="connsiteX5" fmla="*/ 17319681 w 18288001"/>
              <a:gd name="connsiteY5" fmla="*/ 1423326 h 5143499"/>
              <a:gd name="connsiteX6" fmla="*/ 17516009 w 18288001"/>
              <a:gd name="connsiteY6" fmla="*/ 1216216 h 5143499"/>
              <a:gd name="connsiteX7" fmla="*/ 17712725 w 18288001"/>
              <a:gd name="connsiteY7" fmla="*/ 1423326 h 5143499"/>
              <a:gd name="connsiteX8" fmla="*/ 17761769 w 18288001"/>
              <a:gd name="connsiteY8" fmla="*/ 1390894 h 5143499"/>
              <a:gd name="connsiteX9" fmla="*/ 17647153 w 18288001"/>
              <a:gd name="connsiteY9" fmla="*/ 729654 h 5143499"/>
              <a:gd name="connsiteX10" fmla="*/ 17829465 w 18288001"/>
              <a:gd name="connsiteY10" fmla="*/ 1316347 h 5143499"/>
              <a:gd name="connsiteX11" fmla="*/ 17647153 w 18288001"/>
              <a:gd name="connsiteY11" fmla="*/ 729654 h 5143499"/>
              <a:gd name="connsiteX12" fmla="*/ 17384861 w 18288001"/>
              <a:gd name="connsiteY12" fmla="*/ 729654 h 5143499"/>
              <a:gd name="connsiteX13" fmla="*/ 17202549 w 18288001"/>
              <a:gd name="connsiteY13" fmla="*/ 1316347 h 5143499"/>
              <a:gd name="connsiteX14" fmla="*/ 17516009 w 18288001"/>
              <a:gd name="connsiteY14" fmla="*/ 592447 h 5143499"/>
              <a:gd name="connsiteX15" fmla="*/ 17216561 w 18288001"/>
              <a:gd name="connsiteY15" fmla="*/ 1337444 h 5143499"/>
              <a:gd name="connsiteX16" fmla="*/ 17249545 w 18288001"/>
              <a:gd name="connsiteY16" fmla="*/ 1372395 h 5143499"/>
              <a:gd name="connsiteX17" fmla="*/ 17516009 w 18288001"/>
              <a:gd name="connsiteY17" fmla="*/ 899687 h 5143499"/>
              <a:gd name="connsiteX18" fmla="*/ 17782945 w 18288001"/>
              <a:gd name="connsiteY18" fmla="*/ 1372395 h 5143499"/>
              <a:gd name="connsiteX19" fmla="*/ 17815533 w 18288001"/>
              <a:gd name="connsiteY19" fmla="*/ 1337444 h 5143499"/>
              <a:gd name="connsiteX20" fmla="*/ 1 w 18288001"/>
              <a:gd name="connsiteY20" fmla="*/ 271425 h 5143499"/>
              <a:gd name="connsiteX21" fmla="*/ 1 w 18288001"/>
              <a:gd name="connsiteY21" fmla="*/ 1890675 h 5143499"/>
              <a:gd name="connsiteX22" fmla="*/ 809626 w 18288001"/>
              <a:gd name="connsiteY22" fmla="*/ 1081050 h 5143499"/>
              <a:gd name="connsiteX23" fmla="*/ 0 w 18288001"/>
              <a:gd name="connsiteY23" fmla="*/ 0 h 5143499"/>
              <a:gd name="connsiteX24" fmla="*/ 18288001 w 18288001"/>
              <a:gd name="connsiteY24" fmla="*/ 0 h 5143499"/>
              <a:gd name="connsiteX25" fmla="*/ 18288001 w 18288001"/>
              <a:gd name="connsiteY25" fmla="*/ 5143499 h 5143499"/>
              <a:gd name="connsiteX26" fmla="*/ 0 w 18288001"/>
              <a:gd name="connsiteY26" fmla="*/ 5143499 h 5143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18288001" h="5143499">
                <a:moveTo>
                  <a:pt x="17516009" y="1304618"/>
                </a:moveTo>
                <a:lnTo>
                  <a:pt x="17354397" y="1442219"/>
                </a:lnTo>
                <a:cubicBezTo>
                  <a:pt x="17439021" y="1483940"/>
                  <a:pt x="17565129" y="1495669"/>
                  <a:pt x="17677617" y="1442219"/>
                </a:cubicBezTo>
                <a:close/>
                <a:moveTo>
                  <a:pt x="17516009" y="1057991"/>
                </a:moveTo>
                <a:lnTo>
                  <a:pt x="17270169" y="1388768"/>
                </a:lnTo>
                <a:cubicBezTo>
                  <a:pt x="17284573" y="1402702"/>
                  <a:pt x="17300633" y="1414037"/>
                  <a:pt x="17319681" y="1423326"/>
                </a:cubicBezTo>
                <a:lnTo>
                  <a:pt x="17516009" y="1216216"/>
                </a:lnTo>
                <a:lnTo>
                  <a:pt x="17712725" y="1423326"/>
                </a:lnTo>
                <a:cubicBezTo>
                  <a:pt x="17729177" y="1414037"/>
                  <a:pt x="17747837" y="1402702"/>
                  <a:pt x="17761769" y="1390894"/>
                </a:cubicBezTo>
                <a:close/>
                <a:moveTo>
                  <a:pt x="17647153" y="729654"/>
                </a:moveTo>
                <a:lnTo>
                  <a:pt x="17829465" y="1316347"/>
                </a:lnTo>
                <a:cubicBezTo>
                  <a:pt x="17981789" y="1109316"/>
                  <a:pt x="17888349" y="815930"/>
                  <a:pt x="17647153" y="729654"/>
                </a:cubicBezTo>
                <a:close/>
                <a:moveTo>
                  <a:pt x="17384861" y="729654"/>
                </a:moveTo>
                <a:cubicBezTo>
                  <a:pt x="17144141" y="815930"/>
                  <a:pt x="17050229" y="1109316"/>
                  <a:pt x="17202549" y="1316347"/>
                </a:cubicBezTo>
                <a:close/>
                <a:moveTo>
                  <a:pt x="17516009" y="592447"/>
                </a:moveTo>
                <a:lnTo>
                  <a:pt x="17216561" y="1337444"/>
                </a:lnTo>
                <a:cubicBezTo>
                  <a:pt x="17230493" y="1353896"/>
                  <a:pt x="17239785" y="1365232"/>
                  <a:pt x="17249545" y="1372395"/>
                </a:cubicBezTo>
                <a:lnTo>
                  <a:pt x="17516009" y="899687"/>
                </a:lnTo>
                <a:lnTo>
                  <a:pt x="17782945" y="1372395"/>
                </a:lnTo>
                <a:cubicBezTo>
                  <a:pt x="17799477" y="1355943"/>
                  <a:pt x="17810889" y="1342088"/>
                  <a:pt x="17815533" y="1337444"/>
                </a:cubicBezTo>
                <a:close/>
                <a:moveTo>
                  <a:pt x="1" y="271425"/>
                </a:moveTo>
                <a:lnTo>
                  <a:pt x="1" y="1890675"/>
                </a:lnTo>
                <a:lnTo>
                  <a:pt x="809626" y="1081050"/>
                </a:lnTo>
                <a:close/>
                <a:moveTo>
                  <a:pt x="0" y="0"/>
                </a:moveTo>
                <a:lnTo>
                  <a:pt x="18288001" y="0"/>
                </a:lnTo>
                <a:lnTo>
                  <a:pt x="18288001" y="5143499"/>
                </a:lnTo>
                <a:lnTo>
                  <a:pt x="0" y="5143499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FontTx/>
              <a:buNone/>
              <a:defRPr>
                <a:solidFill>
                  <a:schemeClr val="accent1">
                    <a:alpha val="50000"/>
                  </a:schemeClr>
                </a:solidFill>
              </a:defRPr>
            </a:lvl1pPr>
          </a:lstStyle>
          <a:p>
            <a:r>
              <a:rPr lang="pl-PL"/>
              <a:t>Click on the icon to add picture</a:t>
            </a:r>
            <a:endParaRPr lang="en-GB"/>
          </a:p>
        </p:txBody>
      </p:sp>
      <p:sp>
        <p:nvSpPr>
          <p:cNvPr id="4" name="Oval 3"/>
          <p:cNvSpPr>
            <a:spLocks noChangeAspect="1"/>
          </p:cNvSpPr>
          <p:nvPr userDrawn="1"/>
        </p:nvSpPr>
        <p:spPr>
          <a:xfrm>
            <a:off x="11484236" y="6246687"/>
            <a:ext cx="384000" cy="384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4000" rIns="0" bIns="24000" rtlCol="0" anchor="ctr"/>
          <a:lstStyle/>
          <a:p>
            <a:pPr algn="ctr"/>
            <a:fld id="{E5B4EB64-54DE-40F8-9354-51A55C032A93}" type="slidenum">
              <a:rPr lang="pl-PL" sz="1600" smtClean="0">
                <a:solidFill>
                  <a:schemeClr val="bg1">
                    <a:lumMod val="10000"/>
                  </a:schemeClr>
                </a:solidFill>
                <a:latin typeface="+mn-lt"/>
                <a:cs typeface="Arial" panose="020B0604020202020204" pitchFamily="34" charset="0"/>
              </a:rPr>
              <a:t>‹#›</a:t>
            </a:fld>
            <a:endParaRPr lang="pl-PL" sz="1600">
              <a:solidFill>
                <a:schemeClr val="bg1">
                  <a:lumMod val="10000"/>
                </a:schemeClr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9149" y="508006"/>
            <a:ext cx="10334627" cy="507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ts val="3867"/>
              </a:lnSpc>
              <a:defRPr sz="4000" b="1">
                <a:solidFill>
                  <a:schemeClr val="bg1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/>
              <a:t>SLIDE TITLE, CALIBRI BOLD, 60 PT</a:t>
            </a:r>
          </a:p>
        </p:txBody>
      </p:sp>
    </p:spTree>
    <p:extLst>
      <p:ext uri="{BB962C8B-B14F-4D97-AF65-F5344CB8AC3E}">
        <p14:creationId xmlns:p14="http://schemas.microsoft.com/office/powerpoint/2010/main" val="1270011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/>
          <p:cNvSpPr/>
          <p:nvPr userDrawn="1"/>
        </p:nvSpPr>
        <p:spPr>
          <a:xfrm>
            <a:off x="8128000" y="0"/>
            <a:ext cx="4064000" cy="6858000"/>
          </a:xfrm>
          <a:custGeom>
            <a:avLst/>
            <a:gdLst>
              <a:gd name="connsiteX0" fmla="*/ 5322354 w 6096000"/>
              <a:gd name="connsiteY0" fmla="*/ 9370029 h 10287000"/>
              <a:gd name="connsiteX1" fmla="*/ 5034354 w 6096000"/>
              <a:gd name="connsiteY1" fmla="*/ 9658029 h 10287000"/>
              <a:gd name="connsiteX2" fmla="*/ 5322354 w 6096000"/>
              <a:gd name="connsiteY2" fmla="*/ 9946029 h 10287000"/>
              <a:gd name="connsiteX3" fmla="*/ 5610354 w 6096000"/>
              <a:gd name="connsiteY3" fmla="*/ 9658029 h 10287000"/>
              <a:gd name="connsiteX4" fmla="*/ 5322354 w 6096000"/>
              <a:gd name="connsiteY4" fmla="*/ 9370029 h 10287000"/>
              <a:gd name="connsiteX5" fmla="*/ 5324008 w 6096000"/>
              <a:gd name="connsiteY5" fmla="*/ 1304618 h 10287000"/>
              <a:gd name="connsiteX6" fmla="*/ 5162396 w 6096000"/>
              <a:gd name="connsiteY6" fmla="*/ 1442219 h 10287000"/>
              <a:gd name="connsiteX7" fmla="*/ 5485616 w 6096000"/>
              <a:gd name="connsiteY7" fmla="*/ 1442219 h 10287000"/>
              <a:gd name="connsiteX8" fmla="*/ 5324006 w 6096000"/>
              <a:gd name="connsiteY8" fmla="*/ 1057991 h 10287000"/>
              <a:gd name="connsiteX9" fmla="*/ 5078168 w 6096000"/>
              <a:gd name="connsiteY9" fmla="*/ 1388768 h 10287000"/>
              <a:gd name="connsiteX10" fmla="*/ 5127680 w 6096000"/>
              <a:gd name="connsiteY10" fmla="*/ 1423326 h 10287000"/>
              <a:gd name="connsiteX11" fmla="*/ 5324006 w 6096000"/>
              <a:gd name="connsiteY11" fmla="*/ 1216216 h 10287000"/>
              <a:gd name="connsiteX12" fmla="*/ 5520724 w 6096000"/>
              <a:gd name="connsiteY12" fmla="*/ 1423326 h 10287000"/>
              <a:gd name="connsiteX13" fmla="*/ 5569768 w 6096000"/>
              <a:gd name="connsiteY13" fmla="*/ 1390894 h 10287000"/>
              <a:gd name="connsiteX14" fmla="*/ 5455152 w 6096000"/>
              <a:gd name="connsiteY14" fmla="*/ 729654 h 10287000"/>
              <a:gd name="connsiteX15" fmla="*/ 5637464 w 6096000"/>
              <a:gd name="connsiteY15" fmla="*/ 1316347 h 10287000"/>
              <a:gd name="connsiteX16" fmla="*/ 5455152 w 6096000"/>
              <a:gd name="connsiteY16" fmla="*/ 729654 h 10287000"/>
              <a:gd name="connsiteX17" fmla="*/ 5192860 w 6096000"/>
              <a:gd name="connsiteY17" fmla="*/ 729654 h 10287000"/>
              <a:gd name="connsiteX18" fmla="*/ 5010548 w 6096000"/>
              <a:gd name="connsiteY18" fmla="*/ 1316347 h 10287000"/>
              <a:gd name="connsiteX19" fmla="*/ 5324008 w 6096000"/>
              <a:gd name="connsiteY19" fmla="*/ 592447 h 10287000"/>
              <a:gd name="connsiteX20" fmla="*/ 5024560 w 6096000"/>
              <a:gd name="connsiteY20" fmla="*/ 1337444 h 10287000"/>
              <a:gd name="connsiteX21" fmla="*/ 5057544 w 6096000"/>
              <a:gd name="connsiteY21" fmla="*/ 1372395 h 10287000"/>
              <a:gd name="connsiteX22" fmla="*/ 5324008 w 6096000"/>
              <a:gd name="connsiteY22" fmla="*/ 899687 h 10287000"/>
              <a:gd name="connsiteX23" fmla="*/ 5590944 w 6096000"/>
              <a:gd name="connsiteY23" fmla="*/ 1372395 h 10287000"/>
              <a:gd name="connsiteX24" fmla="*/ 5623532 w 6096000"/>
              <a:gd name="connsiteY24" fmla="*/ 1337444 h 10287000"/>
              <a:gd name="connsiteX25" fmla="*/ 0 w 6096000"/>
              <a:gd name="connsiteY25" fmla="*/ 0 h 10287000"/>
              <a:gd name="connsiteX26" fmla="*/ 6096000 w 6096000"/>
              <a:gd name="connsiteY26" fmla="*/ 0 h 10287000"/>
              <a:gd name="connsiteX27" fmla="*/ 6096000 w 6096000"/>
              <a:gd name="connsiteY27" fmla="*/ 10287000 h 10287000"/>
              <a:gd name="connsiteX28" fmla="*/ 0 w 6096000"/>
              <a:gd name="connsiteY28" fmla="*/ 10287000 h 10287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6096000" h="10287000">
                <a:moveTo>
                  <a:pt x="5322354" y="9370029"/>
                </a:moveTo>
                <a:cubicBezTo>
                  <a:pt x="5163296" y="9370029"/>
                  <a:pt x="5034354" y="9498971"/>
                  <a:pt x="5034354" y="9658029"/>
                </a:cubicBezTo>
                <a:cubicBezTo>
                  <a:pt x="5034354" y="9817087"/>
                  <a:pt x="5163296" y="9946029"/>
                  <a:pt x="5322354" y="9946029"/>
                </a:cubicBezTo>
                <a:cubicBezTo>
                  <a:pt x="5481412" y="9946029"/>
                  <a:pt x="5610354" y="9817087"/>
                  <a:pt x="5610354" y="9658029"/>
                </a:cubicBezTo>
                <a:cubicBezTo>
                  <a:pt x="5610354" y="9498971"/>
                  <a:pt x="5481412" y="9370029"/>
                  <a:pt x="5322354" y="9370029"/>
                </a:cubicBezTo>
                <a:close/>
                <a:moveTo>
                  <a:pt x="5324008" y="1304618"/>
                </a:moveTo>
                <a:lnTo>
                  <a:pt x="5162396" y="1442219"/>
                </a:lnTo>
                <a:cubicBezTo>
                  <a:pt x="5247020" y="1483940"/>
                  <a:pt x="5373128" y="1495669"/>
                  <a:pt x="5485616" y="1442219"/>
                </a:cubicBezTo>
                <a:close/>
                <a:moveTo>
                  <a:pt x="5324006" y="1057991"/>
                </a:moveTo>
                <a:lnTo>
                  <a:pt x="5078168" y="1388768"/>
                </a:lnTo>
                <a:cubicBezTo>
                  <a:pt x="5092572" y="1402702"/>
                  <a:pt x="5108632" y="1414037"/>
                  <a:pt x="5127680" y="1423326"/>
                </a:cubicBezTo>
                <a:lnTo>
                  <a:pt x="5324006" y="1216216"/>
                </a:lnTo>
                <a:lnTo>
                  <a:pt x="5520724" y="1423326"/>
                </a:lnTo>
                <a:cubicBezTo>
                  <a:pt x="5537176" y="1414037"/>
                  <a:pt x="5555834" y="1402702"/>
                  <a:pt x="5569768" y="1390894"/>
                </a:cubicBezTo>
                <a:close/>
                <a:moveTo>
                  <a:pt x="5455152" y="729654"/>
                </a:moveTo>
                <a:lnTo>
                  <a:pt x="5637464" y="1316347"/>
                </a:lnTo>
                <a:cubicBezTo>
                  <a:pt x="5789786" y="1109316"/>
                  <a:pt x="5696348" y="815930"/>
                  <a:pt x="5455152" y="729654"/>
                </a:cubicBezTo>
                <a:close/>
                <a:moveTo>
                  <a:pt x="5192860" y="729654"/>
                </a:moveTo>
                <a:cubicBezTo>
                  <a:pt x="4952140" y="815930"/>
                  <a:pt x="4858228" y="1109316"/>
                  <a:pt x="5010548" y="1316347"/>
                </a:cubicBezTo>
                <a:close/>
                <a:moveTo>
                  <a:pt x="5324008" y="592447"/>
                </a:moveTo>
                <a:lnTo>
                  <a:pt x="5024560" y="1337444"/>
                </a:lnTo>
                <a:cubicBezTo>
                  <a:pt x="5038492" y="1353896"/>
                  <a:pt x="5047782" y="1365232"/>
                  <a:pt x="5057544" y="1372395"/>
                </a:cubicBezTo>
                <a:lnTo>
                  <a:pt x="5324008" y="899687"/>
                </a:lnTo>
                <a:lnTo>
                  <a:pt x="5590944" y="1372395"/>
                </a:lnTo>
                <a:cubicBezTo>
                  <a:pt x="5607474" y="1355943"/>
                  <a:pt x="5618888" y="1342088"/>
                  <a:pt x="5623532" y="1337444"/>
                </a:cubicBezTo>
                <a:close/>
                <a:moveTo>
                  <a:pt x="0" y="0"/>
                </a:moveTo>
                <a:lnTo>
                  <a:pt x="6096000" y="0"/>
                </a:lnTo>
                <a:lnTo>
                  <a:pt x="6096000" y="10287000"/>
                </a:lnTo>
                <a:lnTo>
                  <a:pt x="0" y="10287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sz="933"/>
          </a:p>
        </p:txBody>
      </p:sp>
      <p:pic>
        <p:nvPicPr>
          <p:cNvPr id="19" name="Graphic 18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" y="180951"/>
            <a:ext cx="539751" cy="1079500"/>
          </a:xfrm>
          <a:prstGeom prst="rect">
            <a:avLst/>
          </a:prstGeom>
        </p:spPr>
      </p:pic>
      <p:sp>
        <p:nvSpPr>
          <p:cNvPr id="20" name="Oval 19"/>
          <p:cNvSpPr>
            <a:spLocks noChangeAspect="1"/>
          </p:cNvSpPr>
          <p:nvPr userDrawn="1"/>
        </p:nvSpPr>
        <p:spPr>
          <a:xfrm>
            <a:off x="11484236" y="6246687"/>
            <a:ext cx="384000" cy="384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4000" rIns="0" bIns="24000" rtlCol="0" anchor="ctr"/>
          <a:lstStyle/>
          <a:p>
            <a:pPr algn="ctr"/>
            <a:fld id="{E5B4EB64-54DE-40F8-9354-51A55C032A93}" type="slidenum">
              <a:rPr lang="pl-PL" sz="1600" smtClean="0">
                <a:solidFill>
                  <a:schemeClr val="bg1">
                    <a:lumMod val="10000"/>
                  </a:schemeClr>
                </a:solidFill>
                <a:latin typeface="+mn-lt"/>
                <a:cs typeface="Arial" panose="020B0604020202020204" pitchFamily="34" charset="0"/>
              </a:rPr>
              <a:t>‹#›</a:t>
            </a:fld>
            <a:endParaRPr lang="pl-PL" sz="1600">
              <a:solidFill>
                <a:schemeClr val="bg1">
                  <a:lumMod val="10000"/>
                </a:schemeClr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819151" y="508006"/>
            <a:ext cx="7048755" cy="507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ts val="3867"/>
              </a:lnSpc>
              <a:defRPr sz="4000" b="1" cap="all" baseline="0">
                <a:solidFill>
                  <a:schemeClr val="bg1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/>
              <a:t>SLIDE TITLE, CALIBRI BOLD, 60 PT</a:t>
            </a:r>
          </a:p>
        </p:txBody>
      </p:sp>
    </p:spTree>
    <p:extLst>
      <p:ext uri="{BB962C8B-B14F-4D97-AF65-F5344CB8AC3E}">
        <p14:creationId xmlns:p14="http://schemas.microsoft.com/office/powerpoint/2010/main" val="450405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photo,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2"/>
          <p:cNvSpPr>
            <a:spLocks noGrp="1"/>
          </p:cNvSpPr>
          <p:nvPr>
            <p:ph type="pic" sz="quarter" idx="11" hasCustomPrompt="1"/>
          </p:nvPr>
        </p:nvSpPr>
        <p:spPr>
          <a:xfrm>
            <a:off x="8128000" y="1"/>
            <a:ext cx="4064000" cy="6858000"/>
          </a:xfrm>
          <a:custGeom>
            <a:avLst/>
            <a:gdLst>
              <a:gd name="connsiteX0" fmla="*/ 5322354 w 6096000"/>
              <a:gd name="connsiteY0" fmla="*/ 9370028 h 10286999"/>
              <a:gd name="connsiteX1" fmla="*/ 5034354 w 6096000"/>
              <a:gd name="connsiteY1" fmla="*/ 9658028 h 10286999"/>
              <a:gd name="connsiteX2" fmla="*/ 5322354 w 6096000"/>
              <a:gd name="connsiteY2" fmla="*/ 9946028 h 10286999"/>
              <a:gd name="connsiteX3" fmla="*/ 5610354 w 6096000"/>
              <a:gd name="connsiteY3" fmla="*/ 9658028 h 10286999"/>
              <a:gd name="connsiteX4" fmla="*/ 5322354 w 6096000"/>
              <a:gd name="connsiteY4" fmla="*/ 9370028 h 10286999"/>
              <a:gd name="connsiteX5" fmla="*/ 5324008 w 6096000"/>
              <a:gd name="connsiteY5" fmla="*/ 1304617 h 10286999"/>
              <a:gd name="connsiteX6" fmla="*/ 5162396 w 6096000"/>
              <a:gd name="connsiteY6" fmla="*/ 1442218 h 10286999"/>
              <a:gd name="connsiteX7" fmla="*/ 5485616 w 6096000"/>
              <a:gd name="connsiteY7" fmla="*/ 1442218 h 10286999"/>
              <a:gd name="connsiteX8" fmla="*/ 5324006 w 6096000"/>
              <a:gd name="connsiteY8" fmla="*/ 1057990 h 10286999"/>
              <a:gd name="connsiteX9" fmla="*/ 5078168 w 6096000"/>
              <a:gd name="connsiteY9" fmla="*/ 1388767 h 10286999"/>
              <a:gd name="connsiteX10" fmla="*/ 5127680 w 6096000"/>
              <a:gd name="connsiteY10" fmla="*/ 1423325 h 10286999"/>
              <a:gd name="connsiteX11" fmla="*/ 5324006 w 6096000"/>
              <a:gd name="connsiteY11" fmla="*/ 1216215 h 10286999"/>
              <a:gd name="connsiteX12" fmla="*/ 5520724 w 6096000"/>
              <a:gd name="connsiteY12" fmla="*/ 1423325 h 10286999"/>
              <a:gd name="connsiteX13" fmla="*/ 5569768 w 6096000"/>
              <a:gd name="connsiteY13" fmla="*/ 1390893 h 10286999"/>
              <a:gd name="connsiteX14" fmla="*/ 5455152 w 6096000"/>
              <a:gd name="connsiteY14" fmla="*/ 729653 h 10286999"/>
              <a:gd name="connsiteX15" fmla="*/ 5637464 w 6096000"/>
              <a:gd name="connsiteY15" fmla="*/ 1316346 h 10286999"/>
              <a:gd name="connsiteX16" fmla="*/ 5455152 w 6096000"/>
              <a:gd name="connsiteY16" fmla="*/ 729653 h 10286999"/>
              <a:gd name="connsiteX17" fmla="*/ 5192860 w 6096000"/>
              <a:gd name="connsiteY17" fmla="*/ 729653 h 10286999"/>
              <a:gd name="connsiteX18" fmla="*/ 5010548 w 6096000"/>
              <a:gd name="connsiteY18" fmla="*/ 1316346 h 10286999"/>
              <a:gd name="connsiteX19" fmla="*/ 5324008 w 6096000"/>
              <a:gd name="connsiteY19" fmla="*/ 592446 h 10286999"/>
              <a:gd name="connsiteX20" fmla="*/ 5024560 w 6096000"/>
              <a:gd name="connsiteY20" fmla="*/ 1337443 h 10286999"/>
              <a:gd name="connsiteX21" fmla="*/ 5057544 w 6096000"/>
              <a:gd name="connsiteY21" fmla="*/ 1372394 h 10286999"/>
              <a:gd name="connsiteX22" fmla="*/ 5324008 w 6096000"/>
              <a:gd name="connsiteY22" fmla="*/ 899686 h 10286999"/>
              <a:gd name="connsiteX23" fmla="*/ 5590944 w 6096000"/>
              <a:gd name="connsiteY23" fmla="*/ 1372394 h 10286999"/>
              <a:gd name="connsiteX24" fmla="*/ 5623532 w 6096000"/>
              <a:gd name="connsiteY24" fmla="*/ 1337443 h 10286999"/>
              <a:gd name="connsiteX25" fmla="*/ 0 w 6096000"/>
              <a:gd name="connsiteY25" fmla="*/ 0 h 10286999"/>
              <a:gd name="connsiteX26" fmla="*/ 6096000 w 6096000"/>
              <a:gd name="connsiteY26" fmla="*/ 0 h 10286999"/>
              <a:gd name="connsiteX27" fmla="*/ 6096000 w 6096000"/>
              <a:gd name="connsiteY27" fmla="*/ 10286999 h 10286999"/>
              <a:gd name="connsiteX28" fmla="*/ 0 w 6096000"/>
              <a:gd name="connsiteY28" fmla="*/ 10286999 h 1028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6096000" h="10286999">
                <a:moveTo>
                  <a:pt x="5322354" y="9370028"/>
                </a:moveTo>
                <a:cubicBezTo>
                  <a:pt x="5163296" y="9370028"/>
                  <a:pt x="5034354" y="9498970"/>
                  <a:pt x="5034354" y="9658028"/>
                </a:cubicBezTo>
                <a:cubicBezTo>
                  <a:pt x="5034354" y="9817086"/>
                  <a:pt x="5163296" y="9946028"/>
                  <a:pt x="5322354" y="9946028"/>
                </a:cubicBezTo>
                <a:cubicBezTo>
                  <a:pt x="5481412" y="9946028"/>
                  <a:pt x="5610354" y="9817086"/>
                  <a:pt x="5610354" y="9658028"/>
                </a:cubicBezTo>
                <a:cubicBezTo>
                  <a:pt x="5610354" y="9498970"/>
                  <a:pt x="5481412" y="9370028"/>
                  <a:pt x="5322354" y="9370028"/>
                </a:cubicBezTo>
                <a:close/>
                <a:moveTo>
                  <a:pt x="5324008" y="1304617"/>
                </a:moveTo>
                <a:lnTo>
                  <a:pt x="5162396" y="1442218"/>
                </a:lnTo>
                <a:cubicBezTo>
                  <a:pt x="5247020" y="1483939"/>
                  <a:pt x="5373128" y="1495668"/>
                  <a:pt x="5485616" y="1442218"/>
                </a:cubicBezTo>
                <a:close/>
                <a:moveTo>
                  <a:pt x="5324006" y="1057990"/>
                </a:moveTo>
                <a:lnTo>
                  <a:pt x="5078168" y="1388767"/>
                </a:lnTo>
                <a:cubicBezTo>
                  <a:pt x="5092572" y="1402701"/>
                  <a:pt x="5108632" y="1414036"/>
                  <a:pt x="5127680" y="1423325"/>
                </a:cubicBezTo>
                <a:lnTo>
                  <a:pt x="5324006" y="1216215"/>
                </a:lnTo>
                <a:lnTo>
                  <a:pt x="5520724" y="1423325"/>
                </a:lnTo>
                <a:cubicBezTo>
                  <a:pt x="5537176" y="1414036"/>
                  <a:pt x="5555834" y="1402701"/>
                  <a:pt x="5569768" y="1390893"/>
                </a:cubicBezTo>
                <a:close/>
                <a:moveTo>
                  <a:pt x="5455152" y="729653"/>
                </a:moveTo>
                <a:lnTo>
                  <a:pt x="5637464" y="1316346"/>
                </a:lnTo>
                <a:cubicBezTo>
                  <a:pt x="5789786" y="1109315"/>
                  <a:pt x="5696348" y="815929"/>
                  <a:pt x="5455152" y="729653"/>
                </a:cubicBezTo>
                <a:close/>
                <a:moveTo>
                  <a:pt x="5192860" y="729653"/>
                </a:moveTo>
                <a:cubicBezTo>
                  <a:pt x="4952140" y="815929"/>
                  <a:pt x="4858228" y="1109315"/>
                  <a:pt x="5010548" y="1316346"/>
                </a:cubicBezTo>
                <a:close/>
                <a:moveTo>
                  <a:pt x="5324008" y="592446"/>
                </a:moveTo>
                <a:lnTo>
                  <a:pt x="5024560" y="1337443"/>
                </a:lnTo>
                <a:cubicBezTo>
                  <a:pt x="5038492" y="1353895"/>
                  <a:pt x="5047782" y="1365231"/>
                  <a:pt x="5057544" y="1372394"/>
                </a:cubicBezTo>
                <a:lnTo>
                  <a:pt x="5324008" y="899686"/>
                </a:lnTo>
                <a:lnTo>
                  <a:pt x="5590944" y="1372394"/>
                </a:lnTo>
                <a:cubicBezTo>
                  <a:pt x="5607474" y="1355942"/>
                  <a:pt x="5618888" y="1342087"/>
                  <a:pt x="5623532" y="1337443"/>
                </a:cubicBezTo>
                <a:close/>
                <a:moveTo>
                  <a:pt x="0" y="0"/>
                </a:moveTo>
                <a:lnTo>
                  <a:pt x="6096000" y="0"/>
                </a:lnTo>
                <a:lnTo>
                  <a:pt x="6096000" y="10286999"/>
                </a:lnTo>
                <a:lnTo>
                  <a:pt x="0" y="10286999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1080000" rIns="1080000" anchor="ctr" anchorCtr="0">
            <a:noAutofit/>
          </a:bodyPr>
          <a:lstStyle>
            <a:lvl1pPr marL="0" indent="0" algn="ctr">
              <a:buFontTx/>
              <a:buNone/>
              <a:defRPr>
                <a:solidFill>
                  <a:schemeClr val="bg2">
                    <a:alpha val="50000"/>
                  </a:schemeClr>
                </a:solidFill>
              </a:defRPr>
            </a:lvl1pPr>
          </a:lstStyle>
          <a:p>
            <a:r>
              <a:rPr lang="pl-PL"/>
              <a:t>Click on the icon to add picture</a:t>
            </a:r>
            <a:endParaRPr lang="en-GB"/>
          </a:p>
        </p:txBody>
      </p:sp>
      <p:pic>
        <p:nvPicPr>
          <p:cNvPr id="19" name="Graphic 18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" y="180951"/>
            <a:ext cx="539751" cy="1079500"/>
          </a:xfrm>
          <a:prstGeom prst="rect">
            <a:avLst/>
          </a:prstGeom>
        </p:spPr>
      </p:pic>
      <p:sp>
        <p:nvSpPr>
          <p:cNvPr id="24" name="Oval 23"/>
          <p:cNvSpPr>
            <a:spLocks noChangeAspect="1"/>
          </p:cNvSpPr>
          <p:nvPr userDrawn="1"/>
        </p:nvSpPr>
        <p:spPr>
          <a:xfrm>
            <a:off x="11484236" y="6246687"/>
            <a:ext cx="384000" cy="384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4000" rIns="0" bIns="24000" rtlCol="0" anchor="ctr"/>
          <a:lstStyle/>
          <a:p>
            <a:pPr algn="ctr"/>
            <a:fld id="{E5B4EB64-54DE-40F8-9354-51A55C032A93}" type="slidenum">
              <a:rPr lang="pl-PL" sz="1600" smtClean="0">
                <a:solidFill>
                  <a:schemeClr val="bg1">
                    <a:lumMod val="10000"/>
                  </a:schemeClr>
                </a:solidFill>
                <a:latin typeface="+mn-lt"/>
                <a:cs typeface="Arial" panose="020B0604020202020204" pitchFamily="34" charset="0"/>
              </a:rPr>
              <a:t>‹#›</a:t>
            </a:fld>
            <a:endParaRPr lang="pl-PL" sz="1600">
              <a:solidFill>
                <a:schemeClr val="bg1">
                  <a:lumMod val="10000"/>
                </a:schemeClr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819151" y="508006"/>
            <a:ext cx="7048755" cy="507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ts val="3867"/>
              </a:lnSpc>
              <a:defRPr sz="4000" b="1" cap="all" baseline="0">
                <a:solidFill>
                  <a:schemeClr val="bg1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/>
              <a:t>SLIDE TITLE, CALIBRI BOLD, 60 PT</a:t>
            </a:r>
          </a:p>
        </p:txBody>
      </p:sp>
    </p:spTree>
    <p:extLst>
      <p:ext uri="{BB962C8B-B14F-4D97-AF65-F5344CB8AC3E}">
        <p14:creationId xmlns:p14="http://schemas.microsoft.com/office/powerpoint/2010/main" val="3207243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photo, b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10915904" y="0"/>
            <a:ext cx="1276096" cy="127609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33"/>
          </a:p>
        </p:txBody>
      </p:sp>
      <p:sp>
        <p:nvSpPr>
          <p:cNvPr id="23" name="Picture Placeholder 22"/>
          <p:cNvSpPr>
            <a:spLocks noGrp="1"/>
          </p:cNvSpPr>
          <p:nvPr>
            <p:ph type="pic" sz="quarter" idx="11" hasCustomPrompt="1"/>
          </p:nvPr>
        </p:nvSpPr>
        <p:spPr>
          <a:xfrm>
            <a:off x="8128000" y="1"/>
            <a:ext cx="4064000" cy="6858000"/>
          </a:xfrm>
          <a:custGeom>
            <a:avLst/>
            <a:gdLst>
              <a:gd name="connsiteX0" fmla="*/ 5322354 w 6096000"/>
              <a:gd name="connsiteY0" fmla="*/ 9370028 h 10286999"/>
              <a:gd name="connsiteX1" fmla="*/ 5034354 w 6096000"/>
              <a:gd name="connsiteY1" fmla="*/ 9658028 h 10286999"/>
              <a:gd name="connsiteX2" fmla="*/ 5322354 w 6096000"/>
              <a:gd name="connsiteY2" fmla="*/ 9946028 h 10286999"/>
              <a:gd name="connsiteX3" fmla="*/ 5610354 w 6096000"/>
              <a:gd name="connsiteY3" fmla="*/ 9658028 h 10286999"/>
              <a:gd name="connsiteX4" fmla="*/ 5322354 w 6096000"/>
              <a:gd name="connsiteY4" fmla="*/ 9370028 h 10286999"/>
              <a:gd name="connsiteX5" fmla="*/ 5324008 w 6096000"/>
              <a:gd name="connsiteY5" fmla="*/ 1304617 h 10286999"/>
              <a:gd name="connsiteX6" fmla="*/ 5162396 w 6096000"/>
              <a:gd name="connsiteY6" fmla="*/ 1442218 h 10286999"/>
              <a:gd name="connsiteX7" fmla="*/ 5485616 w 6096000"/>
              <a:gd name="connsiteY7" fmla="*/ 1442218 h 10286999"/>
              <a:gd name="connsiteX8" fmla="*/ 5324006 w 6096000"/>
              <a:gd name="connsiteY8" fmla="*/ 1057990 h 10286999"/>
              <a:gd name="connsiteX9" fmla="*/ 5078168 w 6096000"/>
              <a:gd name="connsiteY9" fmla="*/ 1388767 h 10286999"/>
              <a:gd name="connsiteX10" fmla="*/ 5127680 w 6096000"/>
              <a:gd name="connsiteY10" fmla="*/ 1423325 h 10286999"/>
              <a:gd name="connsiteX11" fmla="*/ 5324006 w 6096000"/>
              <a:gd name="connsiteY11" fmla="*/ 1216215 h 10286999"/>
              <a:gd name="connsiteX12" fmla="*/ 5520724 w 6096000"/>
              <a:gd name="connsiteY12" fmla="*/ 1423325 h 10286999"/>
              <a:gd name="connsiteX13" fmla="*/ 5569768 w 6096000"/>
              <a:gd name="connsiteY13" fmla="*/ 1390893 h 10286999"/>
              <a:gd name="connsiteX14" fmla="*/ 5455152 w 6096000"/>
              <a:gd name="connsiteY14" fmla="*/ 729653 h 10286999"/>
              <a:gd name="connsiteX15" fmla="*/ 5637464 w 6096000"/>
              <a:gd name="connsiteY15" fmla="*/ 1316346 h 10286999"/>
              <a:gd name="connsiteX16" fmla="*/ 5455152 w 6096000"/>
              <a:gd name="connsiteY16" fmla="*/ 729653 h 10286999"/>
              <a:gd name="connsiteX17" fmla="*/ 5192860 w 6096000"/>
              <a:gd name="connsiteY17" fmla="*/ 729653 h 10286999"/>
              <a:gd name="connsiteX18" fmla="*/ 5010548 w 6096000"/>
              <a:gd name="connsiteY18" fmla="*/ 1316346 h 10286999"/>
              <a:gd name="connsiteX19" fmla="*/ 5324008 w 6096000"/>
              <a:gd name="connsiteY19" fmla="*/ 592446 h 10286999"/>
              <a:gd name="connsiteX20" fmla="*/ 5024560 w 6096000"/>
              <a:gd name="connsiteY20" fmla="*/ 1337443 h 10286999"/>
              <a:gd name="connsiteX21" fmla="*/ 5057544 w 6096000"/>
              <a:gd name="connsiteY21" fmla="*/ 1372394 h 10286999"/>
              <a:gd name="connsiteX22" fmla="*/ 5324008 w 6096000"/>
              <a:gd name="connsiteY22" fmla="*/ 899686 h 10286999"/>
              <a:gd name="connsiteX23" fmla="*/ 5590944 w 6096000"/>
              <a:gd name="connsiteY23" fmla="*/ 1372394 h 10286999"/>
              <a:gd name="connsiteX24" fmla="*/ 5623532 w 6096000"/>
              <a:gd name="connsiteY24" fmla="*/ 1337443 h 10286999"/>
              <a:gd name="connsiteX25" fmla="*/ 0 w 6096000"/>
              <a:gd name="connsiteY25" fmla="*/ 0 h 10286999"/>
              <a:gd name="connsiteX26" fmla="*/ 6096000 w 6096000"/>
              <a:gd name="connsiteY26" fmla="*/ 0 h 10286999"/>
              <a:gd name="connsiteX27" fmla="*/ 6096000 w 6096000"/>
              <a:gd name="connsiteY27" fmla="*/ 10286999 h 10286999"/>
              <a:gd name="connsiteX28" fmla="*/ 0 w 6096000"/>
              <a:gd name="connsiteY28" fmla="*/ 10286999 h 10286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6096000" h="10286999">
                <a:moveTo>
                  <a:pt x="5322354" y="9370028"/>
                </a:moveTo>
                <a:cubicBezTo>
                  <a:pt x="5163296" y="9370028"/>
                  <a:pt x="5034354" y="9498970"/>
                  <a:pt x="5034354" y="9658028"/>
                </a:cubicBezTo>
                <a:cubicBezTo>
                  <a:pt x="5034354" y="9817086"/>
                  <a:pt x="5163296" y="9946028"/>
                  <a:pt x="5322354" y="9946028"/>
                </a:cubicBezTo>
                <a:cubicBezTo>
                  <a:pt x="5481412" y="9946028"/>
                  <a:pt x="5610354" y="9817086"/>
                  <a:pt x="5610354" y="9658028"/>
                </a:cubicBezTo>
                <a:cubicBezTo>
                  <a:pt x="5610354" y="9498970"/>
                  <a:pt x="5481412" y="9370028"/>
                  <a:pt x="5322354" y="9370028"/>
                </a:cubicBezTo>
                <a:close/>
                <a:moveTo>
                  <a:pt x="5324008" y="1304617"/>
                </a:moveTo>
                <a:lnTo>
                  <a:pt x="5162396" y="1442218"/>
                </a:lnTo>
                <a:cubicBezTo>
                  <a:pt x="5247020" y="1483939"/>
                  <a:pt x="5373128" y="1495668"/>
                  <a:pt x="5485616" y="1442218"/>
                </a:cubicBezTo>
                <a:close/>
                <a:moveTo>
                  <a:pt x="5324006" y="1057990"/>
                </a:moveTo>
                <a:lnTo>
                  <a:pt x="5078168" y="1388767"/>
                </a:lnTo>
                <a:cubicBezTo>
                  <a:pt x="5092572" y="1402701"/>
                  <a:pt x="5108632" y="1414036"/>
                  <a:pt x="5127680" y="1423325"/>
                </a:cubicBezTo>
                <a:lnTo>
                  <a:pt x="5324006" y="1216215"/>
                </a:lnTo>
                <a:lnTo>
                  <a:pt x="5520724" y="1423325"/>
                </a:lnTo>
                <a:cubicBezTo>
                  <a:pt x="5537176" y="1414036"/>
                  <a:pt x="5555834" y="1402701"/>
                  <a:pt x="5569768" y="1390893"/>
                </a:cubicBezTo>
                <a:close/>
                <a:moveTo>
                  <a:pt x="5455152" y="729653"/>
                </a:moveTo>
                <a:lnTo>
                  <a:pt x="5637464" y="1316346"/>
                </a:lnTo>
                <a:cubicBezTo>
                  <a:pt x="5789786" y="1109315"/>
                  <a:pt x="5696348" y="815929"/>
                  <a:pt x="5455152" y="729653"/>
                </a:cubicBezTo>
                <a:close/>
                <a:moveTo>
                  <a:pt x="5192860" y="729653"/>
                </a:moveTo>
                <a:cubicBezTo>
                  <a:pt x="4952140" y="815929"/>
                  <a:pt x="4858228" y="1109315"/>
                  <a:pt x="5010548" y="1316346"/>
                </a:cubicBezTo>
                <a:close/>
                <a:moveTo>
                  <a:pt x="5324008" y="592446"/>
                </a:moveTo>
                <a:lnTo>
                  <a:pt x="5024560" y="1337443"/>
                </a:lnTo>
                <a:cubicBezTo>
                  <a:pt x="5038492" y="1353895"/>
                  <a:pt x="5047782" y="1365231"/>
                  <a:pt x="5057544" y="1372394"/>
                </a:cubicBezTo>
                <a:lnTo>
                  <a:pt x="5324008" y="899686"/>
                </a:lnTo>
                <a:lnTo>
                  <a:pt x="5590944" y="1372394"/>
                </a:lnTo>
                <a:cubicBezTo>
                  <a:pt x="5607474" y="1355942"/>
                  <a:pt x="5618888" y="1342087"/>
                  <a:pt x="5623532" y="1337443"/>
                </a:cubicBezTo>
                <a:close/>
                <a:moveTo>
                  <a:pt x="0" y="0"/>
                </a:moveTo>
                <a:lnTo>
                  <a:pt x="6096000" y="0"/>
                </a:lnTo>
                <a:lnTo>
                  <a:pt x="6096000" y="10286999"/>
                </a:lnTo>
                <a:lnTo>
                  <a:pt x="0" y="10286999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</p:spPr>
        <p:txBody>
          <a:bodyPr wrap="square" lIns="1080000" rIns="1080000" anchor="ctr" anchorCtr="0">
            <a:noAutofit/>
          </a:bodyPr>
          <a:lstStyle>
            <a:lvl1pPr marL="0" indent="0" algn="ctr">
              <a:buFontTx/>
              <a:buNone/>
              <a:defRPr>
                <a:solidFill>
                  <a:schemeClr val="accent2">
                    <a:lumMod val="75000"/>
                    <a:alpha val="50000"/>
                  </a:schemeClr>
                </a:solidFill>
              </a:defRPr>
            </a:lvl1pPr>
          </a:lstStyle>
          <a:p>
            <a:r>
              <a:rPr lang="pl-PL"/>
              <a:t>Click on the icon to add picture</a:t>
            </a:r>
            <a:endParaRPr lang="en-GB"/>
          </a:p>
        </p:txBody>
      </p:sp>
      <p:pic>
        <p:nvPicPr>
          <p:cNvPr id="19" name="Graphic 18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" y="180951"/>
            <a:ext cx="539751" cy="1079500"/>
          </a:xfrm>
          <a:prstGeom prst="rect">
            <a:avLst/>
          </a:prstGeom>
        </p:spPr>
      </p:pic>
      <p:sp>
        <p:nvSpPr>
          <p:cNvPr id="24" name="Oval 23"/>
          <p:cNvSpPr>
            <a:spLocks noChangeAspect="1"/>
          </p:cNvSpPr>
          <p:nvPr userDrawn="1"/>
        </p:nvSpPr>
        <p:spPr>
          <a:xfrm>
            <a:off x="11484236" y="6246687"/>
            <a:ext cx="384000" cy="384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24000" rIns="0" bIns="24000" rtlCol="0" anchor="ctr"/>
          <a:lstStyle/>
          <a:p>
            <a:pPr algn="ctr"/>
            <a:fld id="{E5B4EB64-54DE-40F8-9354-51A55C032A93}" type="slidenum">
              <a:rPr lang="pl-PL" sz="1600" smtClean="0">
                <a:solidFill>
                  <a:schemeClr val="bg1">
                    <a:lumMod val="10000"/>
                  </a:schemeClr>
                </a:solidFill>
                <a:latin typeface="+mn-lt"/>
                <a:cs typeface="Arial" panose="020B0604020202020204" pitchFamily="34" charset="0"/>
              </a:rPr>
              <a:t>‹#›</a:t>
            </a:fld>
            <a:endParaRPr lang="pl-PL" sz="1600">
              <a:solidFill>
                <a:schemeClr val="bg1">
                  <a:lumMod val="10000"/>
                </a:schemeClr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19151" y="508006"/>
            <a:ext cx="7048755" cy="507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lnSpc>
                <a:spcPts val="3867"/>
              </a:lnSpc>
              <a:defRPr sz="4000" b="1" cap="all" baseline="0">
                <a:solidFill>
                  <a:schemeClr val="bg1">
                    <a:lumMod val="1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GB"/>
              <a:t>SLIDE TITLE, CALIBRI BOLD, 60 PT</a:t>
            </a:r>
          </a:p>
        </p:txBody>
      </p:sp>
    </p:spTree>
    <p:extLst>
      <p:ext uri="{BB962C8B-B14F-4D97-AF65-F5344CB8AC3E}">
        <p14:creationId xmlns:p14="http://schemas.microsoft.com/office/powerpoint/2010/main" val="5110992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33"/>
          </a:p>
        </p:txBody>
      </p:sp>
      <p:pic>
        <p:nvPicPr>
          <p:cNvPr id="9" name="Graphic 8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56100" y="1"/>
            <a:ext cx="3479800" cy="1739900"/>
          </a:xfrm>
          <a:prstGeom prst="rect">
            <a:avLst/>
          </a:prstGeom>
        </p:spPr>
      </p:pic>
      <p:pic>
        <p:nvPicPr>
          <p:cNvPr id="10" name="Graphic 9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84851" y="5683098"/>
            <a:ext cx="622300" cy="71755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28534" y="2589432"/>
            <a:ext cx="4334933" cy="23425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lnSpc>
                <a:spcPts val="4533"/>
              </a:lnSpc>
              <a:defRPr sz="4800" b="1" cap="all" baseline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pl-PL"/>
              <a:t>SECTION BREAK </a:t>
            </a:r>
            <a:r>
              <a:rPr lang="en-GB"/>
              <a:t>SLIDE TITLE, CALIBRI BOLD, </a:t>
            </a:r>
            <a:r>
              <a:rPr lang="pl-PL"/>
              <a:t>72</a:t>
            </a:r>
            <a:r>
              <a:rPr lang="en-GB"/>
              <a:t> PT</a:t>
            </a:r>
          </a:p>
        </p:txBody>
      </p:sp>
    </p:spTree>
    <p:extLst>
      <p:ext uri="{BB962C8B-B14F-4D97-AF65-F5344CB8AC3E}">
        <p14:creationId xmlns:p14="http://schemas.microsoft.com/office/powerpoint/2010/main" val="13699377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33"/>
          </a:p>
        </p:txBody>
      </p:sp>
      <p:pic>
        <p:nvPicPr>
          <p:cNvPr id="10" name="Graphic 9"/>
          <p:cNvPicPr>
            <a:picLocks noChangeAspect="1"/>
          </p:cNvPicPr>
          <p:nvPr userDrawn="1"/>
        </p:nvPicPr>
        <p:blipFill rotWithShape="1">
          <a:blip>
            <a:alphaModFix amt="7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27726" b="17511"/>
          <a:stretch>
            <a:fillRect/>
          </a:stretch>
        </p:blipFill>
        <p:spPr>
          <a:xfrm>
            <a:off x="666612" y="0"/>
            <a:ext cx="10858776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90975" y="3129753"/>
            <a:ext cx="4210051" cy="5984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lnSpc>
                <a:spcPts val="4533"/>
              </a:lnSpc>
              <a:defRPr sz="4800" b="1" cap="all" baseline="0">
                <a:solidFill>
                  <a:schemeClr val="bg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pl-PL"/>
              <a:t>Thank you!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71133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94871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7401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4425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A09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8347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554480"/>
            <a:ext cx="3520440" cy="29238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3800" b="1">
                <a:solidFill>
                  <a:srgbClr val="FFFFFF"/>
                </a:solidFill>
                <a:latin typeface="Calibri"/>
              </a:rPr>
              <a:t>Data Layer Validation </a:t>
            </a:r>
            <a:endParaRPr lang="en-US"/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8347AD"/>
                </a:solidFill>
                <a:latin typeface="Calibri"/>
              </a:rPr>
              <a:t>TEST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8347AD"/>
                </a:solidFill>
                <a:latin typeface="Calibri"/>
              </a:rPr>
              <a:t>AUTOMATION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Calibri"/>
              </a:rPr>
              <a:t>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074920"/>
            <a:ext cx="3383280" cy="209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F2F2F5"/>
                </a:solidFill>
                <a:latin typeface="Calibri"/>
              </a:rPr>
              <a:t>Playwright · TypeScript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468880"/>
            <a:ext cx="5669280" cy="11451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4999"/>
              </a:lnSpc>
              <a:spcAft>
                <a:spcPts val="1000"/>
              </a:spcAft>
            </a:pPr>
            <a:r>
              <a:rPr lang="en-US" sz="2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Develop a reusable automation framework to validate Data </a:t>
            </a:r>
            <a:r>
              <a:rPr lang="en-US" sz="2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Layer across</a:t>
            </a:r>
            <a:r>
              <a:rPr lang="en-US" sz="22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end-to-end customer journeys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7AED5-7DB6-1C0F-7976-3716296D1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t">
            <a:spAutoFit/>
          </a:bodyPr>
          <a:lstStyle/>
          <a:p>
            <a:r>
              <a:rPr lang="en-US" b="0">
                <a:ea typeface="Calibri"/>
              </a:rPr>
              <a:t>Highlights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35BAFB-C905-4C68-13A9-C8EDB634175E}"/>
              </a:ext>
            </a:extLst>
          </p:cNvPr>
          <p:cNvSpPr txBox="1"/>
          <p:nvPr/>
        </p:nvSpPr>
        <p:spPr>
          <a:xfrm>
            <a:off x="820057" y="1571171"/>
            <a:ext cx="6096000" cy="21236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200">
                <a:latin typeface="Calibri"/>
                <a:ea typeface="Calibri"/>
                <a:cs typeface="Calibri"/>
              </a:rPr>
              <a:t>145 Data Layer attributes identified </a:t>
            </a:r>
            <a:endParaRPr lang="en-US" sz="2200" dirty="0">
              <a:latin typeface="Calibri"/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US" sz="22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Repository</a:t>
            </a:r>
            <a:r>
              <a:rPr lang="en-US" sz="2200">
                <a:latin typeface="Calibri"/>
                <a:ea typeface="Calibri"/>
                <a:cs typeface="Calibri"/>
              </a:rPr>
              <a:t>-driven validation - Excel</a:t>
            </a:r>
            <a:endParaRPr lang="en-US" sz="2200" dirty="0">
              <a:latin typeface="Calibri"/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US" sz="2200">
                <a:latin typeface="Calibri"/>
                <a:ea typeface="Calibri"/>
                <a:cs typeface="Calibri"/>
              </a:rPr>
              <a:t>Ecom - End-to-End automation </a:t>
            </a:r>
            <a:endParaRPr lang="en-US" sz="2200" dirty="0">
              <a:latin typeface="Calibri"/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US" sz="2200">
                <a:latin typeface="Calibri"/>
                <a:ea typeface="Calibri"/>
                <a:cs typeface="Calibri"/>
              </a:rPr>
              <a:t>Multi-brand support - Talbots</a:t>
            </a:r>
            <a:endParaRPr lang="en-US" sz="2200" dirty="0">
              <a:latin typeface="Calibri"/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en-US" sz="2200">
                <a:latin typeface="Calibri"/>
                <a:ea typeface="Calibri"/>
                <a:cs typeface="Calibri"/>
              </a:rPr>
              <a:t>Detailed HTML &amp; CSV validation reports</a:t>
            </a:r>
            <a:endParaRPr lang="en-US" sz="2200" dirty="0">
              <a:latin typeface="Calibri"/>
              <a:ea typeface="Calibri"/>
              <a:cs typeface="Calibri"/>
            </a:endParaRPr>
          </a:p>
          <a:p>
            <a:pPr marL="342900" indent="-342900" algn="ctr">
              <a:buFont typeface="Arial"/>
              <a:buChar char="•"/>
            </a:pPr>
            <a:endParaRPr lang="en-US" sz="22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42025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A75DE-8C57-FE7E-1F25-F15093D7B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lIns="0" tIns="0" rIns="0" bIns="0" anchor="t">
            <a:spAutoFit/>
          </a:bodyPr>
          <a:lstStyle/>
          <a:p>
            <a:r>
              <a:rPr lang="en-US" b="0">
                <a:ea typeface="Calibri"/>
              </a:rPr>
              <a:t>Data Layer Validation Flow</a:t>
            </a:r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758E61C-764C-253F-A717-06EF094A9BE8}"/>
              </a:ext>
            </a:extLst>
          </p:cNvPr>
          <p:cNvSpPr/>
          <p:nvPr/>
        </p:nvSpPr>
        <p:spPr>
          <a:xfrm>
            <a:off x="457200" y="2627086"/>
            <a:ext cx="1828800" cy="914400"/>
          </a:xfrm>
          <a:prstGeom prst="roundRect">
            <a:avLst/>
          </a:prstGeom>
          <a:solidFill>
            <a:srgbClr val="DCEB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800"/>
            </a:pPr>
            <a:r>
              <a:rPr>
                <a:solidFill>
                  <a:srgbClr val="000000"/>
                </a:solidFill>
              </a:rPr>
              <a:t>Execute</a:t>
            </a:r>
          </a:p>
          <a:p>
            <a:r>
              <a:rPr>
                <a:solidFill>
                  <a:srgbClr val="000000"/>
                </a:solidFill>
              </a:rPr>
              <a:t>Scenario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3A3AC6-998F-36A2-C4F8-FD2D3DB60A79}"/>
              </a:ext>
            </a:extLst>
          </p:cNvPr>
          <p:cNvSpPr txBox="1"/>
          <p:nvPr/>
        </p:nvSpPr>
        <p:spPr>
          <a:xfrm>
            <a:off x="2283097" y="2947126"/>
            <a:ext cx="41549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solidFill>
                  <a:srgbClr val="000000"/>
                </a:solidFill>
              </a:rPr>
              <a:t>➜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58AE0DB-18D9-CBCB-0E01-5C185841A809}"/>
              </a:ext>
            </a:extLst>
          </p:cNvPr>
          <p:cNvSpPr/>
          <p:nvPr/>
        </p:nvSpPr>
        <p:spPr>
          <a:xfrm>
            <a:off x="2651760" y="2627086"/>
            <a:ext cx="1828800" cy="914400"/>
          </a:xfrm>
          <a:prstGeom prst="roundRect">
            <a:avLst/>
          </a:prstGeom>
          <a:solidFill>
            <a:srgbClr val="DCEB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800"/>
            </a:pPr>
            <a:r>
              <a:rPr>
                <a:solidFill>
                  <a:srgbClr val="000000"/>
                </a:solidFill>
              </a:rPr>
              <a:t>Capture</a:t>
            </a:r>
          </a:p>
          <a:p>
            <a:r>
              <a:rPr dirty="0" err="1">
                <a:solidFill>
                  <a:srgbClr val="000000"/>
                </a:solidFill>
              </a:rPr>
              <a:t>utag.data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6A8ABC-2609-2D6A-ECF1-19B1CD6638D0}"/>
              </a:ext>
            </a:extLst>
          </p:cNvPr>
          <p:cNvSpPr txBox="1"/>
          <p:nvPr/>
        </p:nvSpPr>
        <p:spPr>
          <a:xfrm>
            <a:off x="4477657" y="2947126"/>
            <a:ext cx="41549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solidFill>
                  <a:srgbClr val="000000"/>
                </a:solidFill>
              </a:rPr>
              <a:t>➜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5584CF1-5EE6-4A23-B094-ED99B7601DDE}"/>
              </a:ext>
            </a:extLst>
          </p:cNvPr>
          <p:cNvSpPr/>
          <p:nvPr/>
        </p:nvSpPr>
        <p:spPr>
          <a:xfrm>
            <a:off x="4846320" y="2627086"/>
            <a:ext cx="1828800" cy="914400"/>
          </a:xfrm>
          <a:prstGeom prst="roundRect">
            <a:avLst/>
          </a:prstGeom>
          <a:solidFill>
            <a:srgbClr val="DCEB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800"/>
            </a:pPr>
            <a:r>
              <a:rPr>
                <a:solidFill>
                  <a:srgbClr val="000000"/>
                </a:solidFill>
              </a:rPr>
              <a:t>Read Expected</a:t>
            </a:r>
          </a:p>
          <a:p>
            <a:r>
              <a:rPr>
                <a:solidFill>
                  <a:srgbClr val="000000"/>
                </a:solidFill>
              </a:rPr>
              <a:t>Values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3E8C96-7A0E-F9C8-3F5D-7C359179CAE4}"/>
              </a:ext>
            </a:extLst>
          </p:cNvPr>
          <p:cNvSpPr txBox="1"/>
          <p:nvPr/>
        </p:nvSpPr>
        <p:spPr>
          <a:xfrm>
            <a:off x="6672216" y="2947126"/>
            <a:ext cx="41549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solidFill>
                  <a:srgbClr val="000000"/>
                </a:solidFill>
              </a:rPr>
              <a:t>➜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48ED535-227D-9753-5F89-F7E62CDBE144}"/>
              </a:ext>
            </a:extLst>
          </p:cNvPr>
          <p:cNvSpPr/>
          <p:nvPr/>
        </p:nvSpPr>
        <p:spPr>
          <a:xfrm>
            <a:off x="7040879" y="2627086"/>
            <a:ext cx="1828800" cy="914400"/>
          </a:xfrm>
          <a:prstGeom prst="roundRect">
            <a:avLst/>
          </a:prstGeom>
          <a:solidFill>
            <a:srgbClr val="DCEB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800"/>
            </a:pPr>
            <a:r>
              <a:rPr>
                <a:solidFill>
                  <a:srgbClr val="000000"/>
                </a:solidFill>
              </a:rPr>
              <a:t>Validate</a:t>
            </a:r>
          </a:p>
          <a:p>
            <a:r>
              <a:rPr>
                <a:solidFill>
                  <a:srgbClr val="000000"/>
                </a:solidFill>
              </a:rPr>
              <a:t>Attributes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A34FDC-6381-5CFF-D381-6242FCFAEEA0}"/>
              </a:ext>
            </a:extLst>
          </p:cNvPr>
          <p:cNvSpPr txBox="1"/>
          <p:nvPr/>
        </p:nvSpPr>
        <p:spPr>
          <a:xfrm>
            <a:off x="8866776" y="2947126"/>
            <a:ext cx="41549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>
                <a:solidFill>
                  <a:srgbClr val="000000"/>
                </a:solidFill>
              </a:rPr>
              <a:t>➜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995269B5-A368-D60A-CFE2-AB5DC5A2A34E}"/>
              </a:ext>
            </a:extLst>
          </p:cNvPr>
          <p:cNvSpPr/>
          <p:nvPr/>
        </p:nvSpPr>
        <p:spPr>
          <a:xfrm>
            <a:off x="9235440" y="2627086"/>
            <a:ext cx="1828800" cy="914400"/>
          </a:xfrm>
          <a:prstGeom prst="roundRect">
            <a:avLst/>
          </a:prstGeom>
          <a:solidFill>
            <a:srgbClr val="DCEB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800"/>
            </a:pPr>
            <a:r>
              <a:rPr>
                <a:solidFill>
                  <a:srgbClr val="000000"/>
                </a:solidFill>
              </a:rPr>
              <a:t>Generate</a:t>
            </a:r>
          </a:p>
          <a:p>
            <a:r>
              <a:rPr>
                <a:solidFill>
                  <a:srgbClr val="000000"/>
                </a:solidFill>
              </a:rPr>
              <a:t>Reports</a:t>
            </a:r>
          </a:p>
        </p:txBody>
      </p:sp>
    </p:spTree>
    <p:extLst>
      <p:ext uri="{BB962C8B-B14F-4D97-AF65-F5344CB8AC3E}">
        <p14:creationId xmlns:p14="http://schemas.microsoft.com/office/powerpoint/2010/main" val="2164411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28E81-B4C6-26E4-E32E-DE9A48B8E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49" y="508006"/>
            <a:ext cx="10334627" cy="1010661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US" sz="28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Attribute Coverage</a:t>
            </a:r>
            <a:endParaRPr lang="en-US" sz="2800" b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endParaRPr lang="en-US" dirty="0">
              <a:solidFill>
                <a:schemeClr val="tx1"/>
              </a:solidFill>
              <a:ea typeface="Calibri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0AB0C64-1EB0-8E73-932A-968BBABBF6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127115"/>
              </p:ext>
            </p:extLst>
          </p:nvPr>
        </p:nvGraphicFramePr>
        <p:xfrm>
          <a:off x="809171" y="1712686"/>
          <a:ext cx="5943600" cy="41148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869643459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164670355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 i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Area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102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6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 i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Coverage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102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06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634834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Base Test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2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6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137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2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069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09337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All Pages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2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50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>
                    <a:lnL w="102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638253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Home Page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2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50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>
                    <a:lnL w="102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176935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PLP</a:t>
                      </a:r>
                      <a:endParaRPr lang="en-US" sz="18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>
                    <a:lnL w="102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 + 50 = 51</a:t>
                      </a:r>
                      <a:endParaRPr lang="en-US"/>
                    </a:p>
                  </a:txBody>
                  <a:tcPr>
                    <a:lnL w="102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326952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PDP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2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 + 50 = 51</a:t>
                      </a:r>
                      <a:endParaRPr lang="en-US"/>
                    </a:p>
                  </a:txBody>
                  <a:tcPr>
                    <a:lnL w="102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032112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Cart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2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34 + 50 = 84</a:t>
                      </a:r>
                      <a:endParaRPr lang="en-US"/>
                    </a:p>
                  </a:txBody>
                  <a:tcPr>
                    <a:lnL w="102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733966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Checkout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2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2 + 50 = 52</a:t>
                      </a:r>
                      <a:endParaRPr lang="en-US"/>
                    </a:p>
                  </a:txBody>
                  <a:tcPr>
                    <a:lnL w="102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223484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Order Confirmation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02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49 + 50 = 99</a:t>
                      </a:r>
                      <a:endParaRPr lang="en-US"/>
                    </a:p>
                  </a:txBody>
                  <a:tcPr>
                    <a:lnL w="102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2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2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23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49545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74951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0F50C-67C0-8F8F-1A02-80509D165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49" y="508006"/>
            <a:ext cx="10334627" cy="1010661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US" sz="280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Business Scenarios Covered</a:t>
            </a:r>
            <a:endParaRPr lang="en-US" sz="2800" b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endParaRPr lang="en-US" dirty="0">
              <a:solidFill>
                <a:schemeClr val="tx1"/>
              </a:solidFill>
              <a:ea typeface="Calibri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E79EBA43-3358-0537-21A9-F6903A705348}"/>
              </a:ext>
            </a:extLst>
          </p:cNvPr>
          <p:cNvSpPr txBox="1"/>
          <p:nvPr/>
        </p:nvSpPr>
        <p:spPr>
          <a:xfrm>
            <a:off x="548640" y="1284514"/>
            <a:ext cx="5303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000">
                <a:solidFill>
                  <a:srgbClr val="282828"/>
                </a:solidFill>
              </a:defRPr>
            </a:pPr>
            <a:r>
              <a:t>• Guest User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• Registered User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• Different Product Categories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• Login Validation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• PLP &amp; PDP Validation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• Ship-To-Home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• BOPIS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8CAB5350-023B-50D1-DD26-A9A665065585}"/>
              </a:ext>
            </a:extLst>
          </p:cNvPr>
          <p:cNvSpPr txBox="1"/>
          <p:nvPr/>
        </p:nvSpPr>
        <p:spPr>
          <a:xfrm>
            <a:off x="6126480" y="1284514"/>
            <a:ext cx="530352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000">
                <a:solidFill>
                  <a:srgbClr val="282828"/>
                </a:solidFill>
              </a:defRPr>
            </a:pPr>
            <a:r>
              <a:t>• Cart - No Promotion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• Cart - Auto Apply Promotion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• Cart - Manual Coupon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• Cart - Mixed Promotions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• Checkout - Different Card Types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• PayPal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• 10 End-to-End Test Cases</a:t>
            </a:r>
          </a:p>
        </p:txBody>
      </p:sp>
    </p:spTree>
    <p:extLst>
      <p:ext uri="{BB962C8B-B14F-4D97-AF65-F5344CB8AC3E}">
        <p14:creationId xmlns:p14="http://schemas.microsoft.com/office/powerpoint/2010/main" val="5550274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318E6-19B9-BFFF-6E02-5F6CCE7C5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49" y="508006"/>
            <a:ext cx="10334627" cy="1010661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US" sz="2800">
                <a:solidFill>
                  <a:schemeClr val="tx1"/>
                </a:solidFill>
                <a:latin typeface="Calibri Light"/>
                <a:ea typeface="Calibri Light"/>
                <a:cs typeface="Calibri Light"/>
              </a:rPr>
              <a:t>Validation Reports</a:t>
            </a:r>
            <a:endParaRPr lang="en-US" sz="2800" b="0">
              <a:solidFill>
                <a:schemeClr val="tx1"/>
              </a:solidFill>
              <a:latin typeface="Calibri Light"/>
              <a:ea typeface="Calibri Light"/>
              <a:cs typeface="Calibri Light"/>
            </a:endParaRPr>
          </a:p>
          <a:p>
            <a:endParaRPr lang="en-US" dirty="0">
              <a:solidFill>
                <a:schemeClr val="tx1"/>
              </a:solidFill>
              <a:ea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47099E-E43E-30AC-B44E-2AC8B764357A}"/>
              </a:ext>
            </a:extLst>
          </p:cNvPr>
          <p:cNvSpPr/>
          <p:nvPr/>
        </p:nvSpPr>
        <p:spPr>
          <a:xfrm>
            <a:off x="0" y="0"/>
            <a:ext cx="12188952" cy="500000"/>
          </a:xfrm>
          <a:prstGeom prst="rect">
            <a:avLst/>
          </a:prstGeom>
          <a:solidFill>
            <a:srgbClr val="123456"/>
          </a:solidFill>
          <a:ln>
            <a:solidFill>
              <a:srgbClr val="1234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7550AF32-53A2-0421-BA88-B804358D383F}"/>
              </a:ext>
            </a:extLst>
          </p:cNvPr>
          <p:cNvSpPr/>
          <p:nvPr/>
        </p:nvSpPr>
        <p:spPr>
          <a:xfrm>
            <a:off x="731520" y="1371600"/>
            <a:ext cx="2926080" cy="3474720"/>
          </a:xfrm>
          <a:prstGeom prst="roundRect">
            <a:avLst/>
          </a:prstGeom>
          <a:solidFill>
            <a:srgbClr val="F0F5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200" b="1"/>
            </a:pPr>
            <a:r>
              <a:rPr>
                <a:solidFill>
                  <a:schemeClr val="tx1"/>
                </a:solidFill>
              </a:rPr>
              <a:t>HTML Report</a:t>
            </a:r>
            <a:endParaRPr lang="en-US">
              <a:solidFill>
                <a:schemeClr val="tx1"/>
              </a:solidFill>
              <a:ea typeface="Calibri"/>
              <a:cs typeface="Calibri"/>
            </a:endParaRPr>
          </a:p>
          <a:p>
            <a:pPr>
              <a:defRPr sz="1600"/>
            </a:pPr>
            <a:r>
              <a:rPr>
                <a:solidFill>
                  <a:schemeClr val="tx1"/>
                </a:solidFill>
              </a:rPr>
              <a:t>• Expected vs Actual</a:t>
            </a:r>
            <a:endParaRPr>
              <a:solidFill>
                <a:schemeClr val="tx1"/>
              </a:solidFill>
              <a:ea typeface="Calibri"/>
              <a:cs typeface="Calibri"/>
            </a:endParaRPr>
          </a:p>
          <a:p>
            <a:pPr>
              <a:defRPr sz="1600"/>
            </a:pPr>
            <a:r>
              <a:rPr>
                <a:solidFill>
                  <a:schemeClr val="tx1"/>
                </a:solidFill>
              </a:rPr>
              <a:t>• PASS / FAIL / MISSING</a:t>
            </a:r>
            <a:endParaRPr>
              <a:solidFill>
                <a:schemeClr val="tx1"/>
              </a:solidFill>
              <a:ea typeface="Calibri"/>
              <a:cs typeface="Calibri"/>
            </a:endParaRPr>
          </a:p>
          <a:p>
            <a:pPr>
              <a:defRPr sz="1600"/>
            </a:pPr>
            <a:r>
              <a:rPr>
                <a:solidFill>
                  <a:schemeClr val="tx1"/>
                </a:solidFill>
              </a:rPr>
              <a:t>• Business Friendly</a:t>
            </a:r>
            <a:endParaRPr>
              <a:solidFill>
                <a:schemeClr val="tx1"/>
              </a:solidFill>
              <a:ea typeface="Calibri"/>
              <a:cs typeface="Calibri"/>
            </a:endParaRPr>
          </a:p>
          <a:p>
            <a:pPr>
              <a:defRPr sz="1600"/>
            </a:pPr>
            <a:r>
              <a:rPr>
                <a:solidFill>
                  <a:schemeClr val="tx1"/>
                </a:solidFill>
              </a:rPr>
              <a:t>• (Insert Screenshot Here)</a:t>
            </a:r>
            <a:endParaRPr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3668A1BF-9857-3A49-CBC6-A97DF4AC65A1}"/>
              </a:ext>
            </a:extLst>
          </p:cNvPr>
          <p:cNvSpPr/>
          <p:nvPr/>
        </p:nvSpPr>
        <p:spPr>
          <a:xfrm>
            <a:off x="4389120" y="1371600"/>
            <a:ext cx="2926080" cy="3474720"/>
          </a:xfrm>
          <a:prstGeom prst="roundRect">
            <a:avLst/>
          </a:prstGeom>
          <a:solidFill>
            <a:srgbClr val="F0F5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200" b="1"/>
            </a:pPr>
            <a:r>
              <a:rPr>
                <a:solidFill>
                  <a:schemeClr val="tx1"/>
                </a:solidFill>
              </a:rPr>
              <a:t>CSV Report</a:t>
            </a:r>
            <a:endParaRPr lang="en-US">
              <a:solidFill>
                <a:schemeClr val="tx1"/>
              </a:solidFill>
              <a:ea typeface="Calibri"/>
              <a:cs typeface="Calibri"/>
            </a:endParaRPr>
          </a:p>
          <a:p>
            <a:pPr>
              <a:defRPr sz="1600"/>
            </a:pPr>
            <a:r>
              <a:rPr>
                <a:solidFill>
                  <a:schemeClr val="tx1"/>
                </a:solidFill>
              </a:rPr>
              <a:t>• Expected vs Actual</a:t>
            </a:r>
            <a:endParaRPr>
              <a:solidFill>
                <a:schemeClr val="tx1"/>
              </a:solidFill>
              <a:ea typeface="Calibri"/>
              <a:cs typeface="Calibri"/>
            </a:endParaRPr>
          </a:p>
          <a:p>
            <a:pPr>
              <a:defRPr sz="1600"/>
            </a:pPr>
            <a:r>
              <a:rPr>
                <a:solidFill>
                  <a:schemeClr val="tx1"/>
                </a:solidFill>
              </a:rPr>
              <a:t>• PASS / FAIL / MISSING</a:t>
            </a:r>
            <a:endParaRPr>
              <a:solidFill>
                <a:schemeClr val="tx1"/>
              </a:solidFill>
              <a:ea typeface="Calibri"/>
              <a:cs typeface="Calibri"/>
            </a:endParaRPr>
          </a:p>
          <a:p>
            <a:pPr>
              <a:defRPr sz="1600"/>
            </a:pPr>
            <a:r>
              <a:rPr>
                <a:solidFill>
                  <a:schemeClr val="tx1"/>
                </a:solidFill>
              </a:rPr>
              <a:t>• Business Friendly</a:t>
            </a:r>
            <a:endParaRPr>
              <a:solidFill>
                <a:schemeClr val="tx1"/>
              </a:solidFill>
              <a:ea typeface="Calibri"/>
              <a:cs typeface="Calibri"/>
            </a:endParaRPr>
          </a:p>
          <a:p>
            <a:pPr>
              <a:defRPr sz="1600"/>
            </a:pPr>
            <a:r>
              <a:rPr>
                <a:solidFill>
                  <a:schemeClr val="tx1"/>
                </a:solidFill>
              </a:rPr>
              <a:t>• (Insert Screenshot Here)</a:t>
            </a:r>
            <a:endParaRPr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6B182E00-6689-859D-DDBF-BF3C78B31D5F}"/>
              </a:ext>
            </a:extLst>
          </p:cNvPr>
          <p:cNvSpPr/>
          <p:nvPr/>
        </p:nvSpPr>
        <p:spPr>
          <a:xfrm>
            <a:off x="8046720" y="1371600"/>
            <a:ext cx="2926080" cy="3474720"/>
          </a:xfrm>
          <a:prstGeom prst="roundRect">
            <a:avLst/>
          </a:prstGeom>
          <a:solidFill>
            <a:srgbClr val="F0F5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200" b="1"/>
            </a:pPr>
            <a:r>
              <a:rPr>
                <a:solidFill>
                  <a:schemeClr val="tx1"/>
                </a:solidFill>
              </a:rPr>
              <a:t>Consolidated Report</a:t>
            </a:r>
            <a:endParaRPr lang="en-US">
              <a:solidFill>
                <a:schemeClr val="tx1"/>
              </a:solidFill>
              <a:ea typeface="Calibri"/>
              <a:cs typeface="Calibri"/>
            </a:endParaRPr>
          </a:p>
          <a:p>
            <a:pPr>
              <a:defRPr sz="1600"/>
            </a:pPr>
            <a:r>
              <a:rPr>
                <a:solidFill>
                  <a:schemeClr val="tx1"/>
                </a:solidFill>
              </a:rPr>
              <a:t>• Expected vs Actual</a:t>
            </a:r>
            <a:endParaRPr>
              <a:solidFill>
                <a:schemeClr val="tx1"/>
              </a:solidFill>
              <a:ea typeface="Calibri"/>
              <a:cs typeface="Calibri"/>
            </a:endParaRPr>
          </a:p>
          <a:p>
            <a:pPr>
              <a:defRPr sz="1600"/>
            </a:pPr>
            <a:r>
              <a:rPr>
                <a:solidFill>
                  <a:schemeClr val="tx1"/>
                </a:solidFill>
              </a:rPr>
              <a:t>• PASS / FAIL / MISSING</a:t>
            </a:r>
            <a:endParaRPr>
              <a:solidFill>
                <a:schemeClr val="tx1"/>
              </a:solidFill>
              <a:ea typeface="Calibri"/>
              <a:cs typeface="Calibri"/>
            </a:endParaRPr>
          </a:p>
          <a:p>
            <a:pPr>
              <a:defRPr sz="1600"/>
            </a:pPr>
            <a:r>
              <a:rPr>
                <a:solidFill>
                  <a:schemeClr val="tx1"/>
                </a:solidFill>
              </a:rPr>
              <a:t>• Business Friendly</a:t>
            </a:r>
            <a:endParaRPr>
              <a:solidFill>
                <a:schemeClr val="tx1"/>
              </a:solidFill>
              <a:ea typeface="Calibri"/>
              <a:cs typeface="Calibri"/>
            </a:endParaRPr>
          </a:p>
          <a:p>
            <a:pPr>
              <a:defRPr sz="1600"/>
            </a:pPr>
            <a:r>
              <a:rPr>
                <a:solidFill>
                  <a:schemeClr val="tx1"/>
                </a:solidFill>
              </a:rPr>
              <a:t>• (Insert Screenshot Here)</a:t>
            </a:r>
            <a:endParaRPr>
              <a:solidFill>
                <a:schemeClr val="tx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06463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E997A-E7A0-C829-D5DD-55CB42DDE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49" y="508006"/>
            <a:ext cx="10334627" cy="1010661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US" dirty="0">
                <a:latin typeface="Calibri"/>
                <a:ea typeface="Calibri"/>
                <a:cs typeface="Calibri"/>
              </a:rPr>
              <a:t>Open </a:t>
            </a:r>
            <a:r>
              <a:rPr lang="en-US">
                <a:latin typeface="Calibri"/>
                <a:ea typeface="Calibri"/>
                <a:cs typeface="Calibri"/>
              </a:rPr>
              <a:t>Queries</a:t>
            </a:r>
            <a:br>
              <a:rPr lang="en-US" dirty="0">
                <a:latin typeface="Calibri"/>
                <a:ea typeface="Calibri"/>
                <a:cs typeface="Calibri"/>
              </a:rPr>
            </a:b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35013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1">
      <a:dk1>
        <a:srgbClr val="0A091B"/>
      </a:dk1>
      <a:lt1>
        <a:srgbClr val="F2F2F5"/>
      </a:lt1>
      <a:dk2>
        <a:srgbClr val="858591"/>
      </a:dk2>
      <a:lt2>
        <a:srgbClr val="FFFFFF"/>
      </a:lt2>
      <a:accent1>
        <a:srgbClr val="8347AD"/>
      </a:accent1>
      <a:accent2>
        <a:srgbClr val="35B6B4"/>
      </a:accent2>
      <a:accent3>
        <a:srgbClr val="2E4496"/>
      </a:accent3>
      <a:accent4>
        <a:srgbClr val="FFD75F"/>
      </a:accent4>
      <a:accent5>
        <a:srgbClr val="E83C61"/>
      </a:accent5>
      <a:accent6>
        <a:srgbClr val="FF8D6D"/>
      </a:accent6>
      <a:hlink>
        <a:srgbClr val="8C42AD"/>
      </a:hlink>
      <a:folHlink>
        <a:srgbClr val="FF61FF"/>
      </a:folHlink>
    </a:clrScheme>
    <a:fontScheme name="Aspire 2020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1_Office Theme</vt:lpstr>
      <vt:lpstr>PowerPoint Presentation</vt:lpstr>
      <vt:lpstr>Highlights</vt:lpstr>
      <vt:lpstr>Data Layer Validation Flow</vt:lpstr>
      <vt:lpstr>Attribute Coverage </vt:lpstr>
      <vt:lpstr>Business Scenarios Covered </vt:lpstr>
      <vt:lpstr>Validation Reports </vt:lpstr>
      <vt:lpstr>Open Queries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update – Overall</dc:title>
  <dc:creator>Naveen Srinivasan</dc:creator>
  <cp:revision>188</cp:revision>
  <dcterms:created xsi:type="dcterms:W3CDTF">2026-05-21T15:03:39Z</dcterms:created>
  <dcterms:modified xsi:type="dcterms:W3CDTF">2026-06-30T14:54:16Z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0x010100B6D4ABB3ADAB3849AE12ACE00825291C</vt:lpwstr>
  </property>
  <property fmtid="{D5CDD505-2E9C-101B-9397-08002B2CF9AE}" pid="3" name="MediaServiceImageTags">
    <vt:lpwstr/>
  </property>
</Properties>
</file>